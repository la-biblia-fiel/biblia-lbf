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aa8fea4038429e" /><Relationship Type="http://schemas.openxmlformats.org/officeDocument/2006/relationships/extended-properties" Target="/docProps/app.xml" Id="R7f4bec7a4a1f44f7" /><Relationship Type="http://schemas.openxmlformats.org/officeDocument/2006/relationships/officeDocument" Target="/ppt/presentation.xml" Id="Rae93775b4ae743f6" /></Relationships>
</file>

<file path=ppt/presentation.xml><?xml version="1.0" encoding="utf-8"?>
<p:presentation xmlns:p="http://schemas.openxmlformats.org/presentationml/2006/main">
  <p:sldMasterIdLst>
    <p:sldMasterId xmlns:r="http://schemas.openxmlformats.org/officeDocument/2006/relationships" id="2147483648" r:id="Ra78802e212624600"/>
  </p:sldMasterIdLst>
  <p:notesMasterIdLst>
    <p:notesMasterId xmlns:r="http://schemas.openxmlformats.org/officeDocument/2006/relationships" r:id="R6b93b6d13c11471d"/>
  </p:notesMasterIdLst>
  <p:sldIdLst>
    <p:sldId xmlns:r="http://schemas.openxmlformats.org/officeDocument/2006/relationships" id="256" r:id="R91668834d86042b7"/>
    <p:sldId xmlns:r="http://schemas.openxmlformats.org/officeDocument/2006/relationships" id="257" r:id="R763bf12d68f3489b"/>
    <p:sldId xmlns:r="http://schemas.openxmlformats.org/officeDocument/2006/relationships" id="258" r:id="R423818e38f2f4dc7"/>
    <p:sldId xmlns:r="http://schemas.openxmlformats.org/officeDocument/2006/relationships" id="259" r:id="R50e4df12f79c4010"/>
    <p:sldId xmlns:r="http://schemas.openxmlformats.org/officeDocument/2006/relationships" id="260" r:id="R6ef220ef1b3348bd"/>
    <p:sldId xmlns:r="http://schemas.openxmlformats.org/officeDocument/2006/relationships" id="261" r:id="R85c4bf130d3046f6"/>
    <p:sldId xmlns:r="http://schemas.openxmlformats.org/officeDocument/2006/relationships" id="262" r:id="Rdd62cc3843b84ac7"/>
    <p:sldId xmlns:r="http://schemas.openxmlformats.org/officeDocument/2006/relationships" id="263" r:id="Rab391a66875248ba"/>
    <p:sldId xmlns:r="http://schemas.openxmlformats.org/officeDocument/2006/relationships" id="264" r:id="R3d59f4d4d45942e3"/>
    <p:sldId xmlns:r="http://schemas.openxmlformats.org/officeDocument/2006/relationships" id="265" r:id="R8e696f95ca8a4cf8"/>
    <p:sldId xmlns:r="http://schemas.openxmlformats.org/officeDocument/2006/relationships" id="266" r:id="R6f1aa64f426647c0"/>
    <p:sldId xmlns:r="http://schemas.openxmlformats.org/officeDocument/2006/relationships" id="267" r:id="R875624f67e3047a6"/>
    <p:sldId xmlns:r="http://schemas.openxmlformats.org/officeDocument/2006/relationships" id="268" r:id="Rf5396425dd354754"/>
    <p:sldId xmlns:r="http://schemas.openxmlformats.org/officeDocument/2006/relationships" id="269" r:id="Rf9a4464681de4e81"/>
    <p:sldId xmlns:r="http://schemas.openxmlformats.org/officeDocument/2006/relationships" id="270" r:id="R4ee0557f34824eec"/>
    <p:sldId xmlns:r="http://schemas.openxmlformats.org/officeDocument/2006/relationships" id="271" r:id="R5c309bc6cb554435"/>
    <p:sldId xmlns:r="http://schemas.openxmlformats.org/officeDocument/2006/relationships" id="272" r:id="Rc12f8980acc245ac"/>
    <p:sldId xmlns:r="http://schemas.openxmlformats.org/officeDocument/2006/relationships" id="273" r:id="R5d24f503a8c94e00"/>
    <p:sldId xmlns:r="http://schemas.openxmlformats.org/officeDocument/2006/relationships" id="274" r:id="R716a0197510a4169"/>
    <p:sldId xmlns:r="http://schemas.openxmlformats.org/officeDocument/2006/relationships" id="275" r:id="R51f1110c1cf14daa"/>
    <p:sldId xmlns:r="http://schemas.openxmlformats.org/officeDocument/2006/relationships" id="276" r:id="Raac2a99e214642fc"/>
    <p:sldId xmlns:r="http://schemas.openxmlformats.org/officeDocument/2006/relationships" id="277" r:id="R2cbee808184a4bb9"/>
    <p:sldId xmlns:r="http://schemas.openxmlformats.org/officeDocument/2006/relationships" id="278" r:id="Rbe9934bb5e704a4e"/>
    <p:sldId xmlns:r="http://schemas.openxmlformats.org/officeDocument/2006/relationships" id="279" r:id="R97b8b9e2bc5a435b"/>
    <p:sldId xmlns:r="http://schemas.openxmlformats.org/officeDocument/2006/relationships" id="280" r:id="R1fcea1431e0d442f"/>
    <p:sldId xmlns:r="http://schemas.openxmlformats.org/officeDocument/2006/relationships" id="281" r:id="Rd96022c683844830"/>
    <p:sldId xmlns:r="http://schemas.openxmlformats.org/officeDocument/2006/relationships" id="282" r:id="R4149cc2605db4647"/>
    <p:sldId xmlns:r="http://schemas.openxmlformats.org/officeDocument/2006/relationships" id="283" r:id="R618ffa85da8b433f"/>
    <p:sldId xmlns:r="http://schemas.openxmlformats.org/officeDocument/2006/relationships" id="284" r:id="R6228f5b0bf194aff"/>
    <p:sldId xmlns:r="http://schemas.openxmlformats.org/officeDocument/2006/relationships" id="285" r:id="Rf2ce50f58d8545b3"/>
    <p:sldId xmlns:r="http://schemas.openxmlformats.org/officeDocument/2006/relationships" id="286" r:id="Rc88658bf37084198"/>
    <p:sldId xmlns:r="http://schemas.openxmlformats.org/officeDocument/2006/relationships" id="287" r:id="R7fb2747f0afc4c28"/>
    <p:sldId xmlns:r="http://schemas.openxmlformats.org/officeDocument/2006/relationships" id="288" r:id="Rf8cc8a6dbeae48f4"/>
    <p:sldId xmlns:r="http://schemas.openxmlformats.org/officeDocument/2006/relationships" id="289" r:id="R0bb0b9b316bf46dd"/>
    <p:sldId xmlns:r="http://schemas.openxmlformats.org/officeDocument/2006/relationships" id="290" r:id="R1937d07c66a84459"/>
    <p:sldId xmlns:r="http://schemas.openxmlformats.org/officeDocument/2006/relationships" id="291" r:id="Rc9235729a76347eb"/>
    <p:sldId xmlns:r="http://schemas.openxmlformats.org/officeDocument/2006/relationships" id="292" r:id="R5715634535fd4656"/>
    <p:sldId xmlns:r="http://schemas.openxmlformats.org/officeDocument/2006/relationships" id="293" r:id="Ra315f8d0ad3b4c1a"/>
    <p:sldId xmlns:r="http://schemas.openxmlformats.org/officeDocument/2006/relationships" id="294" r:id="Rbe04d484b66f479a"/>
    <p:sldId xmlns:r="http://schemas.openxmlformats.org/officeDocument/2006/relationships" id="295" r:id="Rcc447a6a32464750"/>
    <p:sldId xmlns:r="http://schemas.openxmlformats.org/officeDocument/2006/relationships" id="296" r:id="Re08ed86959e44625"/>
    <p:sldId xmlns:r="http://schemas.openxmlformats.org/officeDocument/2006/relationships" id="297" r:id="R18ea5e35e4184418"/>
    <p:sldId xmlns:r="http://schemas.openxmlformats.org/officeDocument/2006/relationships" id="298" r:id="R61ad747febeb4727"/>
    <p:sldId xmlns:r="http://schemas.openxmlformats.org/officeDocument/2006/relationships" id="299" r:id="Ree2cd067b183443b"/>
    <p:sldId xmlns:r="http://schemas.openxmlformats.org/officeDocument/2006/relationships" id="300" r:id="R63f1346399c847ea"/>
    <p:sldId xmlns:r="http://schemas.openxmlformats.org/officeDocument/2006/relationships" id="301" r:id="Rfcecc3f08be3428c"/>
    <p:sldId xmlns:r="http://schemas.openxmlformats.org/officeDocument/2006/relationships" id="302" r:id="R432fb2c2cba24719"/>
    <p:sldId xmlns:r="http://schemas.openxmlformats.org/officeDocument/2006/relationships" id="303" r:id="R2d390f8192e74876"/>
    <p:sldId xmlns:r="http://schemas.openxmlformats.org/officeDocument/2006/relationships" id="304" r:id="R427749ac6cff4159"/>
    <p:sldId xmlns:r="http://schemas.openxmlformats.org/officeDocument/2006/relationships" id="305" r:id="R21a4cc16f4994345"/>
    <p:sldId xmlns:r="http://schemas.openxmlformats.org/officeDocument/2006/relationships" id="306" r:id="R592eb29f48544bd3"/>
    <p:sldId xmlns:r="http://schemas.openxmlformats.org/officeDocument/2006/relationships" id="307" r:id="Rc5916cf925d64b86"/>
    <p:sldId xmlns:r="http://schemas.openxmlformats.org/officeDocument/2006/relationships" id="308" r:id="Re9126111fbc440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8eb76629d043f4" /><Relationship Type="http://schemas.openxmlformats.org/officeDocument/2006/relationships/slideMaster" Target="/ppt/slideMasters/slideMaster1.xml" Id="Ra78802e212624600" /><Relationship Type="http://schemas.openxmlformats.org/officeDocument/2006/relationships/notesMaster" Target="/ppt/notesMasters/notesMaster1.xml" Id="R6b93b6d13c11471d" /><Relationship Type="http://schemas.openxmlformats.org/officeDocument/2006/relationships/presProps" Target="/ppt/presProps.xml" Id="R1fcd557c8eb04887" /><Relationship Type="http://schemas.openxmlformats.org/officeDocument/2006/relationships/tableStyles" Target="/ppt/tableStyles.xml" Id="R0b2e75b204504c44" /><Relationship Type="http://schemas.openxmlformats.org/officeDocument/2006/relationships/slide" Target="/ppt/slides/slide1.xml" Id="R91668834d86042b7" /><Relationship Type="http://schemas.openxmlformats.org/officeDocument/2006/relationships/slide" Target="/ppt/slides/slide2.xml" Id="R763bf12d68f3489b" /><Relationship Type="http://schemas.openxmlformats.org/officeDocument/2006/relationships/slide" Target="/ppt/slides/slide3.xml" Id="R423818e38f2f4dc7" /><Relationship Type="http://schemas.openxmlformats.org/officeDocument/2006/relationships/slide" Target="/ppt/slides/slide4.xml" Id="R50e4df12f79c4010" /><Relationship Type="http://schemas.openxmlformats.org/officeDocument/2006/relationships/slide" Target="/ppt/slides/slide5.xml" Id="R6ef220ef1b3348bd" /><Relationship Type="http://schemas.openxmlformats.org/officeDocument/2006/relationships/slide" Target="/ppt/slides/slide6.xml" Id="R85c4bf130d3046f6" /><Relationship Type="http://schemas.openxmlformats.org/officeDocument/2006/relationships/slide" Target="/ppt/slides/slide7.xml" Id="Rdd62cc3843b84ac7" /><Relationship Type="http://schemas.openxmlformats.org/officeDocument/2006/relationships/slide" Target="/ppt/slides/slide8.xml" Id="Rab391a66875248ba" /><Relationship Type="http://schemas.openxmlformats.org/officeDocument/2006/relationships/slide" Target="/ppt/slides/slide9.xml" Id="R3d59f4d4d45942e3" /><Relationship Type="http://schemas.openxmlformats.org/officeDocument/2006/relationships/slide" Target="/ppt/slides/slide10.xml" Id="R8e696f95ca8a4cf8" /><Relationship Type="http://schemas.openxmlformats.org/officeDocument/2006/relationships/slide" Target="/ppt/slides/slide11.xml" Id="R6f1aa64f426647c0" /><Relationship Type="http://schemas.openxmlformats.org/officeDocument/2006/relationships/slide" Target="/ppt/slides/slide12.xml" Id="R875624f67e3047a6" /><Relationship Type="http://schemas.openxmlformats.org/officeDocument/2006/relationships/slide" Target="/ppt/slides/slide13.xml" Id="Rf5396425dd354754" /><Relationship Type="http://schemas.openxmlformats.org/officeDocument/2006/relationships/slide" Target="/ppt/slides/slide14.xml" Id="Rf9a4464681de4e81" /><Relationship Type="http://schemas.openxmlformats.org/officeDocument/2006/relationships/slide" Target="/ppt/slides/slide15.xml" Id="R4ee0557f34824eec" /><Relationship Type="http://schemas.openxmlformats.org/officeDocument/2006/relationships/slide" Target="/ppt/slides/slide16.xml" Id="R5c309bc6cb554435" /><Relationship Type="http://schemas.openxmlformats.org/officeDocument/2006/relationships/slide" Target="/ppt/slides/slide17.xml" Id="Rc12f8980acc245ac" /><Relationship Type="http://schemas.openxmlformats.org/officeDocument/2006/relationships/slide" Target="/ppt/slides/slide18.xml" Id="R5d24f503a8c94e00" /><Relationship Type="http://schemas.openxmlformats.org/officeDocument/2006/relationships/slide" Target="/ppt/slides/slide19.xml" Id="R716a0197510a4169" /><Relationship Type="http://schemas.openxmlformats.org/officeDocument/2006/relationships/slide" Target="/ppt/slides/slide20.xml" Id="R51f1110c1cf14daa" /><Relationship Type="http://schemas.openxmlformats.org/officeDocument/2006/relationships/slide" Target="/ppt/slides/slide21.xml" Id="Raac2a99e214642fc" /><Relationship Type="http://schemas.openxmlformats.org/officeDocument/2006/relationships/slide" Target="/ppt/slides/slide22.xml" Id="R2cbee808184a4bb9" /><Relationship Type="http://schemas.openxmlformats.org/officeDocument/2006/relationships/slide" Target="/ppt/slides/slide23.xml" Id="Rbe9934bb5e704a4e" /><Relationship Type="http://schemas.openxmlformats.org/officeDocument/2006/relationships/slide" Target="/ppt/slides/slide24.xml" Id="R97b8b9e2bc5a435b" /><Relationship Type="http://schemas.openxmlformats.org/officeDocument/2006/relationships/slide" Target="/ppt/slides/slide25.xml" Id="R1fcea1431e0d442f" /><Relationship Type="http://schemas.openxmlformats.org/officeDocument/2006/relationships/slide" Target="/ppt/slides/slide26.xml" Id="Rd96022c683844830" /><Relationship Type="http://schemas.openxmlformats.org/officeDocument/2006/relationships/slide" Target="/ppt/slides/slide27.xml" Id="R4149cc2605db4647" /><Relationship Type="http://schemas.openxmlformats.org/officeDocument/2006/relationships/slide" Target="/ppt/slides/slide28.xml" Id="R618ffa85da8b433f" /><Relationship Type="http://schemas.openxmlformats.org/officeDocument/2006/relationships/slide" Target="/ppt/slides/slide29.xml" Id="R6228f5b0bf194aff" /><Relationship Type="http://schemas.openxmlformats.org/officeDocument/2006/relationships/slide" Target="/ppt/slides/slide30.xml" Id="Rf2ce50f58d8545b3" /><Relationship Type="http://schemas.openxmlformats.org/officeDocument/2006/relationships/slide" Target="/ppt/slides/slide31.xml" Id="Rc88658bf37084198" /><Relationship Type="http://schemas.openxmlformats.org/officeDocument/2006/relationships/slide" Target="/ppt/slides/slide32.xml" Id="R7fb2747f0afc4c28" /><Relationship Type="http://schemas.openxmlformats.org/officeDocument/2006/relationships/slide" Target="/ppt/slides/slide33.xml" Id="Rf8cc8a6dbeae48f4" /><Relationship Type="http://schemas.openxmlformats.org/officeDocument/2006/relationships/slide" Target="/ppt/slides/slide34.xml" Id="R0bb0b9b316bf46dd" /><Relationship Type="http://schemas.openxmlformats.org/officeDocument/2006/relationships/slide" Target="/ppt/slides/slide35.xml" Id="R1937d07c66a84459" /><Relationship Type="http://schemas.openxmlformats.org/officeDocument/2006/relationships/slide" Target="/ppt/slides/slide36.xml" Id="Rc9235729a76347eb" /><Relationship Type="http://schemas.openxmlformats.org/officeDocument/2006/relationships/slide" Target="/ppt/slides/slide37.xml" Id="R5715634535fd4656" /><Relationship Type="http://schemas.openxmlformats.org/officeDocument/2006/relationships/slide" Target="/ppt/slides/slide38.xml" Id="Ra315f8d0ad3b4c1a" /><Relationship Type="http://schemas.openxmlformats.org/officeDocument/2006/relationships/slide" Target="/ppt/slides/slide39.xml" Id="Rbe04d484b66f479a" /><Relationship Type="http://schemas.openxmlformats.org/officeDocument/2006/relationships/slide" Target="/ppt/slides/slide40.xml" Id="Rcc447a6a32464750" /><Relationship Type="http://schemas.openxmlformats.org/officeDocument/2006/relationships/slide" Target="/ppt/slides/slide41.xml" Id="Re08ed86959e44625" /><Relationship Type="http://schemas.openxmlformats.org/officeDocument/2006/relationships/slide" Target="/ppt/slides/slide42.xml" Id="R18ea5e35e4184418" /><Relationship Type="http://schemas.openxmlformats.org/officeDocument/2006/relationships/slide" Target="/ppt/slides/slide43.xml" Id="R61ad747febeb4727" /><Relationship Type="http://schemas.openxmlformats.org/officeDocument/2006/relationships/slide" Target="/ppt/slides/slide44.xml" Id="Ree2cd067b183443b" /><Relationship Type="http://schemas.openxmlformats.org/officeDocument/2006/relationships/slide" Target="/ppt/slides/slide45.xml" Id="R63f1346399c847ea" /><Relationship Type="http://schemas.openxmlformats.org/officeDocument/2006/relationships/slide" Target="/ppt/slides/slide46.xml" Id="Rfcecc3f08be3428c" /><Relationship Type="http://schemas.openxmlformats.org/officeDocument/2006/relationships/slide" Target="/ppt/slides/slide47.xml" Id="R432fb2c2cba24719" /><Relationship Type="http://schemas.openxmlformats.org/officeDocument/2006/relationships/slide" Target="/ppt/slides/slide48.xml" Id="R2d390f8192e74876" /><Relationship Type="http://schemas.openxmlformats.org/officeDocument/2006/relationships/slide" Target="/ppt/slides/slide49.xml" Id="R427749ac6cff4159" /><Relationship Type="http://schemas.openxmlformats.org/officeDocument/2006/relationships/slide" Target="/ppt/slides/slide50.xml" Id="R21a4cc16f4994345" /><Relationship Type="http://schemas.openxmlformats.org/officeDocument/2006/relationships/slide" Target="/ppt/slides/slide51.xml" Id="R592eb29f48544bd3" /><Relationship Type="http://schemas.openxmlformats.org/officeDocument/2006/relationships/slide" Target="/ppt/slides/slide52.xml" Id="Rc5916cf925d64b86" /><Relationship Type="http://schemas.openxmlformats.org/officeDocument/2006/relationships/slide" Target="/ppt/slides/slide53.xml" Id="Re9126111fbc440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a21531a68e4b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4510850734410e" /><Relationship Type="http://schemas.openxmlformats.org/officeDocument/2006/relationships/notesMaster" Target="/ppt/notesMasters/notesMaster1.xml" Id="Rc115241f29de4f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36c2b206d749d7" /><Relationship Type="http://schemas.openxmlformats.org/officeDocument/2006/relationships/notesMaster" Target="/ppt/notesMasters/notesMaster1.xml" Id="R5410eb44235d40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7e426fc7154a53" /><Relationship Type="http://schemas.openxmlformats.org/officeDocument/2006/relationships/notesMaster" Target="/ppt/notesMasters/notesMaster1.xml" Id="R4e70f3f7d75d4a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30c33e5a814042" /><Relationship Type="http://schemas.openxmlformats.org/officeDocument/2006/relationships/notesMaster" Target="/ppt/notesMasters/notesMaster1.xml" Id="R2697cc07612849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a8d2d72c0a4119" /><Relationship Type="http://schemas.openxmlformats.org/officeDocument/2006/relationships/notesMaster" Target="/ppt/notesMasters/notesMaster1.xml" Id="Rb42d59d21ff045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278c526232408f" /><Relationship Type="http://schemas.openxmlformats.org/officeDocument/2006/relationships/notesMaster" Target="/ppt/notesMasters/notesMaster1.xml" Id="Re49ce1dcf9ac43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7c4a7a27f041c7" /><Relationship Type="http://schemas.openxmlformats.org/officeDocument/2006/relationships/notesMaster" Target="/ppt/notesMasters/notesMaster1.xml" Id="R092017dd69f448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5f3154e4ec4563" /><Relationship Type="http://schemas.openxmlformats.org/officeDocument/2006/relationships/notesMaster" Target="/ppt/notesMasters/notesMaster1.xml" Id="R0857ece1bf594d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b355a3a1d24bf7" /><Relationship Type="http://schemas.openxmlformats.org/officeDocument/2006/relationships/notesMaster" Target="/ppt/notesMasters/notesMaster1.xml" Id="R83ee2094614648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6b47e5609941de" /><Relationship Type="http://schemas.openxmlformats.org/officeDocument/2006/relationships/notesMaster" Target="/ppt/notesMasters/notesMaster1.xml" Id="Rccc8c639131649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a1994f3324404b" /><Relationship Type="http://schemas.openxmlformats.org/officeDocument/2006/relationships/notesMaster" Target="/ppt/notesMasters/notesMaster1.xml" Id="Reed924507ae34d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eaa4bb3bae49db" /><Relationship Type="http://schemas.openxmlformats.org/officeDocument/2006/relationships/notesMaster" Target="/ppt/notesMasters/notesMaster1.xml" Id="Ra287beace57f45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be964f0e36496b" /><Relationship Type="http://schemas.openxmlformats.org/officeDocument/2006/relationships/notesMaster" Target="/ppt/notesMasters/notesMaster1.xml" Id="Rb9b81d4e425446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2de7eff8a84fdb" /><Relationship Type="http://schemas.openxmlformats.org/officeDocument/2006/relationships/notesMaster" Target="/ppt/notesMasters/notesMaster1.xml" Id="Re57f7063b83e4f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1ce482649143a5" /><Relationship Type="http://schemas.openxmlformats.org/officeDocument/2006/relationships/notesMaster" Target="/ppt/notesMasters/notesMaster1.xml" Id="R6dfeb318442e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4f86b9975540f4" /><Relationship Type="http://schemas.openxmlformats.org/officeDocument/2006/relationships/notesMaster" Target="/ppt/notesMasters/notesMaster1.xml" Id="Rbd08f6e842844d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01fc7b9370432c" /><Relationship Type="http://schemas.openxmlformats.org/officeDocument/2006/relationships/notesMaster" Target="/ppt/notesMasters/notesMaster1.xml" Id="Re67b245806274c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556f2872394ae7" /><Relationship Type="http://schemas.openxmlformats.org/officeDocument/2006/relationships/notesMaster" Target="/ppt/notesMasters/notesMaster1.xml" Id="R2d00275ba81f43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ccb759c43146d2" /><Relationship Type="http://schemas.openxmlformats.org/officeDocument/2006/relationships/notesMaster" Target="/ppt/notesMasters/notesMaster1.xml" Id="Rc4df4f6ddd1f4c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91ba37162246b2" /><Relationship Type="http://schemas.openxmlformats.org/officeDocument/2006/relationships/notesMaster" Target="/ppt/notesMasters/notesMaster1.xml" Id="R769932b9bf5549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8cc4831d824a72" /><Relationship Type="http://schemas.openxmlformats.org/officeDocument/2006/relationships/notesMaster" Target="/ppt/notesMasters/notesMaster1.xml" Id="R6bfeafb2f77b4c7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92fcdbffce417b" /><Relationship Type="http://schemas.openxmlformats.org/officeDocument/2006/relationships/notesMaster" Target="/ppt/notesMasters/notesMaster1.xml" Id="Rd11d9c67fbf34e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4e8570ba3b04a01" /><Relationship Type="http://schemas.openxmlformats.org/officeDocument/2006/relationships/notesMaster" Target="/ppt/notesMasters/notesMaster1.xml" Id="R786a75c6275442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41dfe8c8394203" /><Relationship Type="http://schemas.openxmlformats.org/officeDocument/2006/relationships/notesMaster" Target="/ppt/notesMasters/notesMaster1.xml" Id="R4629818a55ff447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aeabfd2e49d4457" /><Relationship Type="http://schemas.openxmlformats.org/officeDocument/2006/relationships/notesMaster" Target="/ppt/notesMasters/notesMaster1.xml" Id="Radd8d83e4cea47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a3de0412ff4f62" /><Relationship Type="http://schemas.openxmlformats.org/officeDocument/2006/relationships/notesMaster" Target="/ppt/notesMasters/notesMaster1.xml" Id="R592dfd62fadd4d2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736a9429318449b" /><Relationship Type="http://schemas.openxmlformats.org/officeDocument/2006/relationships/notesMaster" Target="/ppt/notesMasters/notesMaster1.xml" Id="Rf010a4e5b058401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a87ee3f7f1a4b7c" /><Relationship Type="http://schemas.openxmlformats.org/officeDocument/2006/relationships/notesMaster" Target="/ppt/notesMasters/notesMaster1.xml" Id="R6c9cf856083e4fa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ce1419ac89a4162" /><Relationship Type="http://schemas.openxmlformats.org/officeDocument/2006/relationships/notesMaster" Target="/ppt/notesMasters/notesMaster1.xml" Id="Rb7ccc8d53c2f41e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1d35a80e628415f" /><Relationship Type="http://schemas.openxmlformats.org/officeDocument/2006/relationships/notesMaster" Target="/ppt/notesMasters/notesMaster1.xml" Id="R8a814ba9b9e64bb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1715a25dea9435b" /><Relationship Type="http://schemas.openxmlformats.org/officeDocument/2006/relationships/notesMaster" Target="/ppt/notesMasters/notesMaster1.xml" Id="R03e269237f0b46f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5a4d150f3fe414e" /><Relationship Type="http://schemas.openxmlformats.org/officeDocument/2006/relationships/notesMaster" Target="/ppt/notesMasters/notesMaster1.xml" Id="R3a67f2ce639a4d9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60ddef9b7134961" /><Relationship Type="http://schemas.openxmlformats.org/officeDocument/2006/relationships/notesMaster" Target="/ppt/notesMasters/notesMaster1.xml" Id="R978fd12d6cdc492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f27114db0c94f16" /><Relationship Type="http://schemas.openxmlformats.org/officeDocument/2006/relationships/notesMaster" Target="/ppt/notesMasters/notesMaster1.xml" Id="Re16d6ab170c04d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397aa256c0a4fea" /><Relationship Type="http://schemas.openxmlformats.org/officeDocument/2006/relationships/notesMaster" Target="/ppt/notesMasters/notesMaster1.xml" Id="R65bc4c872ac84ec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6f517a236544492" /><Relationship Type="http://schemas.openxmlformats.org/officeDocument/2006/relationships/notesMaster" Target="/ppt/notesMasters/notesMaster1.xml" Id="R4d2dbdf55e06464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50660d6cf8c4290" /><Relationship Type="http://schemas.openxmlformats.org/officeDocument/2006/relationships/notesMaster" Target="/ppt/notesMasters/notesMaster1.xml" Id="R0bcebda06165492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122e6130bbd41ce" /><Relationship Type="http://schemas.openxmlformats.org/officeDocument/2006/relationships/notesMaster" Target="/ppt/notesMasters/notesMaster1.xml" Id="R366109a72308484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279002df65f4764" /><Relationship Type="http://schemas.openxmlformats.org/officeDocument/2006/relationships/notesMaster" Target="/ppt/notesMasters/notesMaster1.xml" Id="R9e1c2cb4fd9f447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62dee1d4fec48f0" /><Relationship Type="http://schemas.openxmlformats.org/officeDocument/2006/relationships/notesMaster" Target="/ppt/notesMasters/notesMaster1.xml" Id="R5a4822736d2c400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115b8b9fbcb4475" /><Relationship Type="http://schemas.openxmlformats.org/officeDocument/2006/relationships/notesMaster" Target="/ppt/notesMasters/notesMaster1.xml" Id="R2301158c6dcf47b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306d23cb9094086" /><Relationship Type="http://schemas.openxmlformats.org/officeDocument/2006/relationships/notesMaster" Target="/ppt/notesMasters/notesMaster1.xml" Id="R48133c74bf6543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fa9ea5400104abd" /><Relationship Type="http://schemas.openxmlformats.org/officeDocument/2006/relationships/notesMaster" Target="/ppt/notesMasters/notesMaster1.xml" Id="Rac0200d32c3346c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241ab98c9974912" /><Relationship Type="http://schemas.openxmlformats.org/officeDocument/2006/relationships/notesMaster" Target="/ppt/notesMasters/notesMaster1.xml" Id="R53c5136b183f4ad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98d2ea4d4d745b6" /><Relationship Type="http://schemas.openxmlformats.org/officeDocument/2006/relationships/notesMaster" Target="/ppt/notesMasters/notesMaster1.xml" Id="R879b8728cbf0499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44b531cfaf74c76" /><Relationship Type="http://schemas.openxmlformats.org/officeDocument/2006/relationships/notesMaster" Target="/ppt/notesMasters/notesMaster1.xml" Id="R5e545043246c4e9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82f2b6979eb412c" /><Relationship Type="http://schemas.openxmlformats.org/officeDocument/2006/relationships/notesMaster" Target="/ppt/notesMasters/notesMaster1.xml" Id="R96e6780f80a74cf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e717d48b23344c9" /><Relationship Type="http://schemas.openxmlformats.org/officeDocument/2006/relationships/notesMaster" Target="/ppt/notesMasters/notesMaster1.xml" Id="Re1b64e93f32146f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eea144491d14e5c" /><Relationship Type="http://schemas.openxmlformats.org/officeDocument/2006/relationships/notesMaster" Target="/ppt/notesMasters/notesMaster1.xml" Id="Rfae40c3b5c2941c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ccdb7a838da465f" /><Relationship Type="http://schemas.openxmlformats.org/officeDocument/2006/relationships/notesMaster" Target="/ppt/notesMasters/notesMaster1.xml" Id="R40d36c07dec644a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d67acbcd6f44ef2" /><Relationship Type="http://schemas.openxmlformats.org/officeDocument/2006/relationships/notesMaster" Target="/ppt/notesMasters/notesMaster1.xml" Id="R1483119cf28b4ef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d57aed311da4aa2" /><Relationship Type="http://schemas.openxmlformats.org/officeDocument/2006/relationships/notesMaster" Target="/ppt/notesMasters/notesMaster1.xml" Id="Rf6436d63d8b948a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4a25031ed9447af" /><Relationship Type="http://schemas.openxmlformats.org/officeDocument/2006/relationships/notesMaster" Target="/ppt/notesMasters/notesMaster1.xml" Id="Rbc6274771d8b49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opening the Bible tomorrow morning and discovering that something you have believed for twenty years is wrong.</a:t>
            </a:r>
          </a:p>
          <a:p xmlns:a="http://schemas.openxmlformats.org/drawingml/2006/main">
            <a:r>
              <a:t/>
            </a:r>
          </a:p>
          <a:p xmlns:a="http://schemas.openxmlformats.org/drawingml/2006/main">
            <a:r>
              <a:t>What would you do?</a:t>
            </a:r>
          </a:p>
          <a:p xmlns:a="http://schemas.openxmlformats.org/drawingml/2006/main">
            <a:r>
              <a:t/>
            </a:r>
          </a:p>
          <a:p xmlns:a="http://schemas.openxmlformats.org/drawingml/2006/main">
            <a:r>
              <a:t>Would you change your mind?</a:t>
            </a:r>
          </a:p>
          <a:p xmlns:a="http://schemas.openxmlformats.org/drawingml/2006/main">
            <a:r>
              <a:t/>
            </a:r>
          </a:p>
          <a:p xmlns:a="http://schemas.openxmlformats.org/drawingml/2006/main">
            <a:r>
              <a:t>Or would you start looking for someone who could explain why you don’t have to?</a:t>
            </a:r>
          </a:p>
          <a:p xmlns:a="http://schemas.openxmlformats.org/drawingml/2006/main">
            <a:r>
              <a:t/>
            </a:r>
          </a:p>
          <a:p xmlns:a="http://schemas.openxmlformats.org/drawingml/2006/main">
            <a:r>
              <a:t>*[Pause.]*</a:t>
            </a:r>
          </a:p>
          <a:p xmlns:a="http://schemas.openxmlformats.org/drawingml/2006/main">
            <a:r>
              <a:t/>
            </a:r>
          </a:p>
          <a:p xmlns:a="http://schemas.openxmlformats.org/drawingml/2006/main">
            <a:r>
              <a:t>That question is easy to answer when we’re thinking about somebody else. We all know somebody who needs to reconsider a few things. Some of us could provide a list.</a:t>
            </a:r>
          </a:p>
          <a:p xmlns:a="http://schemas.openxmlformats.org/drawingml/2006/main">
            <a:r>
              <a:t/>
            </a:r>
          </a:p>
          <a:p xmlns:a="http://schemas.openxmlformats.org/drawingml/2006/main">
            <a:r>
              <a:t>But leave their names off it for a moment.</a:t>
            </a:r>
          </a:p>
          <a:p xmlns:a="http://schemas.openxmlformats.org/drawingml/2006/main">
            <a:r>
              <a:t/>
            </a:r>
          </a:p>
          <a:p xmlns:a="http://schemas.openxmlformats.org/drawingml/2006/main">
            <a:r>
              <a:t>What about me? What about you?</a:t>
            </a:r>
          </a:p>
          <a:p xmlns:a="http://schemas.openxmlformats.org/drawingml/2006/main">
            <a:r>
              <a:t/>
            </a:r>
          </a:p>
          <a:p xmlns:a="http://schemas.openxmlformats.org/drawingml/2006/main">
            <a:r>
              <a:t>[CLICK → begin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live in a world where answers arrive faster than we can examine them. Type a question into a search engine, and the screen fills up. Ask AI, and an answer appears, polished, organized, and remarkably sure of itself.</a:t>
            </a:r>
          </a:p>
          <a:p xmlns:a="http://schemas.openxmlformats.org/drawingml/2006/main">
            <a:r>
              <a:t/>
            </a:r>
          </a:p>
          <a:p xmlns:a="http://schemas.openxmlformats.org/drawingml/2006/main">
            <a:r>
              <a:t>But a confident answer still needs a foundation. Where did it come from? What supports it? Why should we believe it?</a:t>
            </a:r>
          </a:p>
          <a:p xmlns:a="http://schemas.openxmlformats.org/drawingml/2006/main">
            <a:r>
              <a:t/>
            </a:r>
          </a:p>
          <a:p xmlns:a="http://schemas.openxmlformats.org/drawingml/2006/main">
            <a:r>
              <a:t>All day, voices ask for our trust. A teacher explains. A scientist reports a discovery. A news presenter tells us what happened. A podcast host tells us what it means. Politicians make promises. Religious leaders speak about God. Friends share posts. Family members say, “Trust me. I’ve been there.”</a:t>
            </a:r>
          </a:p>
          <a:p xmlns:a="http://schemas.openxmlformats.org/drawingml/2006/main">
            <a:r>
              <a:t/>
            </a:r>
          </a:p>
          <a:p xmlns:a="http://schemas.openxmlformats.org/drawingml/2006/main">
            <a:r>
              <a:t>And somewhere in that crowd, our own feelings speak up: “Well, I just feel that it’s true.”</a:t>
            </a:r>
          </a:p>
          <a:p xmlns:a="http://schemas.openxmlformats.org/drawingml/2006/main">
            <a:r>
              <a:t/>
            </a:r>
          </a:p>
          <a:p xmlns:a="http://schemas.openxmlformats.org/drawingml/2006/main">
            <a:r>
              <a:t>Some of these voices deserve careful attention. They do not all have the same expertise, and their claims do not all have the same support. We need to examine them. Just because someone on Youtube has 55K followers does not make them a trustworthy source.</a:t>
            </a:r>
          </a:p>
          <a:p xmlns:a="http://schemas.openxmlformats.org/drawingml/2006/main">
            <a:r>
              <a:t/>
            </a:r>
          </a:p>
          <a:p xmlns:a="http://schemas.openxmlformats.org/drawingml/2006/main">
            <a:r>
              <a:t>Yet sometimes we accept an idea simply because it sounds familiar. We have heard it often. We like the person who said it. Or it fits what we already wanted to believe.</a:t>
            </a:r>
          </a:p>
          <a:p xmlns:a="http://schemas.openxmlformats.org/drawingml/2006/main">
            <a:r>
              <a:t/>
            </a:r>
          </a:p>
          <a:p xmlns:a="http://schemas.openxmlformats.org/drawingml/2006/main">
            <a:r>
              <a:t>[CLICK → reveal: “Familiarity, sincerity, and offense cannot make a belief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Then somebody questions it, and we discover how attached we have become.</a:t>
            </a:r>
          </a:p>
          <a:p xmlns:a="http://schemas.openxmlformats.org/drawingml/2006/main">
            <a:r>
              <a:t/>
            </a:r>
          </a:p>
          <a:p xmlns:a="http://schemas.openxmlformats.org/drawingml/2006/main">
            <a:r>
              <a:t>“Here’s what I think” becomes “How dare you disagree?”</a:t>
            </a:r>
          </a:p>
          <a:p xmlns:a="http://schemas.openxmlformats.org/drawingml/2006/main">
            <a:r>
              <a:t/>
            </a:r>
          </a:p>
          <a:p xmlns:a="http://schemas.openxmlformats.org/drawingml/2006/main">
            <a:r>
              <a:t>We begin defending ourselves before we have examined the claim.</a:t>
            </a:r>
          </a:p>
          <a:p xmlns:a="http://schemas.openxmlformats.org/drawingml/2006/main">
            <a:r>
              <a:t/>
            </a:r>
          </a:p>
          <a:p xmlns:a="http://schemas.openxmlformats.org/drawingml/2006/main">
            <a:r>
              <a:t>But being offended cannot make us right. Neither can being sincere. A belief can be deeply comforting and still be mistaken.</a:t>
            </a:r>
          </a:p>
          <a:p xmlns:a="http://schemas.openxmlformats.org/drawingml/2006/main">
            <a:r>
              <a:t/>
            </a:r>
          </a:p>
          <a:p xmlns:a="http://schemas.openxmlformats.org/drawingml/2006/main">
            <a:r>
              <a:t>That matters when we’re discussing ordinary things. It matters profoundly when we’re asking about God, our standing before Him, and what lies beyond death.</a:t>
            </a:r>
          </a:p>
          <a:p xmlns:a="http://schemas.openxmlformats.org/drawingml/2006/main">
            <a:r>
              <a:t/>
            </a:r>
          </a:p>
          <a:p xmlns:a="http://schemas.openxmlformats.org/drawingml/2006/main">
            <a:r>
              <a:t>When the voices disagree, which voice has the authority to correct the others?</a:t>
            </a:r>
          </a:p>
          <a:p xmlns:a="http://schemas.openxmlformats.org/drawingml/2006/main">
            <a:r>
              <a:t/>
            </a:r>
          </a:p>
          <a:p xmlns:a="http://schemas.openxmlformats.org/drawingml/2006/main">
            <a:r>
              <a:t>[CLICK → reveal: “If God’s Word challenges me, am I willing to be corrected?”]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why should Scripture have that authority?</a:t>
            </a:r>
          </a:p>
          <a:p xmlns:a="http://schemas.openxmlformats.org/drawingml/2006/main">
            <a:r>
              <a:t/>
            </a:r>
          </a:p>
          <a:p xmlns:a="http://schemas.openxmlformats.org/drawingml/2006/main">
            <a:r>
              <a:t>Today, I want us to listen to what Scripture claims and follow the connections its writers make. Watch how Jesus speaks about Moses, the Prophets, and the Psalms. Watch how Peter explains David and Isaiah. Watch how Paul reaches back to Abraham to explain the gospel.</a:t>
            </a:r>
          </a:p>
          <a:p xmlns:a="http://schemas.openxmlformats.org/drawingml/2006/main">
            <a:r>
              <a:t/>
            </a:r>
          </a:p>
          <a:p xmlns:a="http://schemas.openxmlformats.org/drawingml/2006/main">
            <a:r>
              <a:t>You will hear different voices, speaking in different settings, directing our attention to the same Person.</a:t>
            </a:r>
          </a:p>
          <a:p xmlns:a="http://schemas.openxmlformats.org/drawingml/2006/main">
            <a:r>
              <a:t/>
            </a:r>
          </a:p>
          <a:p xmlns:a="http://schemas.openxmlformats.org/drawingml/2006/main">
            <a:r>
              <a:t>Many books. One message. Jesus Christ at its center.</a:t>
            </a:r>
          </a:p>
          <a:p xmlns:a="http://schemas.openxmlformats.org/drawingml/2006/main">
            <a:r>
              <a:t/>
            </a:r>
          </a:p>
          <a:p xmlns:a="http://schemas.openxmlformats.org/drawingml/2006/main">
            <a:r>
              <a:t>And as we listen, keep that opening question with you: **If God’s Word challenges what I believe, am I willing to be corrected?**</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Hebrews 1:1–2 tells us that God spoke through the prophets and has now spoken through His Son. The God Scripture reveals communicates. He makes Himself known. He reveals our need and what He has provided through Jesus Christ.</a:t>
            </a:r>
          </a:p>
          <a:p xmlns:a="http://schemas.openxmlformats.org/drawingml/2006/main">
            <a:r>
              <a:t/>
            </a:r>
          </a:p>
          <a:p xmlns:a="http://schemas.openxmlformats.org/drawingml/2006/main">
            <a:r>
              <a:t>If Scripture is His written revelation, its authority rests on the One who speaks through it. That claim deserves to be examined seriously. Calling a book authoritative does not settle every question about it. But we cannot assess its claim fairly without listening to what it actually says.</a:t>
            </a:r>
          </a:p>
          <a:p xmlns:a="http://schemas.openxmlformats.org/drawingml/2006/main">
            <a:r>
              <a:t/>
            </a:r>
          </a:p>
          <a:p xmlns:a="http://schemas.openxmlformats.org/drawingml/2006/main">
            <a:r>
              <a:t>So begin with Jesus.</a:t>
            </a:r>
          </a:p>
          <a:p xmlns:a="http://schemas.openxmlformats.org/drawingml/2006/main">
            <a:r>
              <a:t/>
            </a:r>
          </a:p>
          <a:p xmlns:a="http://schemas.openxmlformats.org/drawingml/2006/main">
            <a:r>
              <a:t>In John 5:39, He tells His hearers:</a:t>
            </a:r>
          </a:p>
          <a:p xmlns:a="http://schemas.openxmlformats.org/drawingml/2006/main">
            <a:r>
              <a:t/>
            </a:r>
          </a:p>
          <a:p xmlns:a="http://schemas.openxmlformats.org/drawingml/2006/main">
            <a:r>
              <a:t>[CLICK → reveal: “Jesus says the Scriptures testify about Him”]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“You search the Scriptures, because you think that in them you have eternal life; and these are they which testify about me.”</a:t>
            </a:r>
          </a:p>
          <a:p xmlns:a="http://schemas.openxmlformats.org/drawingml/2006/main">
            <a:r>
              <a:t/>
            </a:r>
          </a:p>
          <a:p xmlns:a="http://schemas.openxmlformats.org/drawingml/2006/main">
            <a:r>
              <a:t>Then He adds:</a:t>
            </a:r>
          </a:p>
          <a:p xmlns:a="http://schemas.openxmlformats.org/drawingml/2006/main">
            <a:r>
              <a:t/>
            </a:r>
          </a:p>
          <a:p xmlns:a="http://schemas.openxmlformats.org/drawingml/2006/main">
            <a:r>
              <a:t>&gt; “Yet you will not come to me, that you may have life.”</a:t>
            </a:r>
          </a:p>
          <a:p xmlns:a="http://schemas.openxmlformats.org/drawingml/2006/main">
            <a:r>
              <a:t/>
            </a:r>
          </a:p>
          <a:p xmlns:a="http://schemas.openxmlformats.org/drawingml/2006/main">
            <a:r>
              <a:t>Think about that. These people searched the Scriptures. Yet Jesus said they were refusing the very Person those Scriptures revealed.</a:t>
            </a:r>
          </a:p>
          <a:p xmlns:a="http://schemas.openxmlformats.org/drawingml/2006/main">
            <a:r>
              <a:t/>
            </a:r>
          </a:p>
          <a:p xmlns:a="http://schemas.openxmlformats.org/drawingml/2006/main">
            <a:r>
              <a:t>[CLICK → reveal: “Knowledge of the words must lead us to Christ for 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is possible to become familiar with the words and resist their testimony.</a:t>
            </a:r>
          </a:p>
          <a:p xmlns:a="http://schemas.openxmlformats.org/drawingml/2006/main">
            <a:r>
              <a:t/>
            </a:r>
          </a:p>
          <a:p xmlns:a="http://schemas.openxmlformats.org/drawingml/2006/main">
            <a:r>
              <a:t>We can know where a passage is found, discuss its meaning, perhaps even win an argument about it, while refusing to come to Christ for life.</a:t>
            </a:r>
          </a:p>
          <a:p xmlns:a="http://schemas.openxmlformats.org/drawingml/2006/main">
            <a:r>
              <a:t/>
            </a:r>
          </a:p>
          <a:p xmlns:a="http://schemas.openxmlformats.org/drawingml/2006/main">
            <a:r>
              <a:t>Imagine studying a road sign so carefully that you never travel to the place it points to. You measure it, admire it, memorize it—and remain where you were.</a:t>
            </a:r>
          </a:p>
          <a:p xmlns:a="http://schemas.openxmlformats.org/drawingml/2006/main">
            <a:r>
              <a:t/>
            </a:r>
          </a:p>
          <a:p xmlns:a="http://schemas.openxmlformats.org/drawingml/2006/main">
            <a:r>
              <a:t>Jesus says the Scriptures testify about Him. Their testimony calls for a response to Him.</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turn from John’s Gospel to the end of the Bible.</a:t>
            </a:r>
          </a:p>
          <a:p xmlns:a="http://schemas.openxmlformats.org/drawingml/2006/main">
            <a:r>
              <a:t/>
            </a:r>
          </a:p>
          <a:p xmlns:a="http://schemas.openxmlformats.org/drawingml/2006/main">
            <a:r>
              <a:t>In Revelation 22:16, Jesus says:</a:t>
            </a:r>
          </a:p>
          <a:p xmlns:a="http://schemas.openxmlformats.org/drawingml/2006/main">
            <a:r>
              <a:t/>
            </a:r>
          </a:p>
          <a:p xmlns:a="http://schemas.openxmlformats.org/drawingml/2006/main">
            <a:r>
              <a:t>&gt; “I am the root and the offspring of David, the Bright and Morning Star.”</a:t>
            </a:r>
          </a:p>
          <a:p xmlns:a="http://schemas.openxmlformats.org/drawingml/2006/main">
            <a:r>
              <a:t/>
            </a:r>
          </a:p>
          <a:p xmlns:a="http://schemas.openxmlformats.org/drawingml/2006/main">
            <a:r>
              <a:t>[CLICK → reveal: “The thirsty are invited to 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here, on the Bible’s closing pages, He connects His identity to David and the promises recorded earlier.</a:t>
            </a:r>
          </a:p>
          <a:p xmlns:a="http://schemas.openxmlformats.org/drawingml/2006/main">
            <a:r>
              <a:t/>
            </a:r>
          </a:p>
          <a:p xmlns:a="http://schemas.openxmlformats.org/drawingml/2006/main">
            <a:r>
              <a:t>Then comes the invitation:</a:t>
            </a:r>
          </a:p>
          <a:p xmlns:a="http://schemas.openxmlformats.org/drawingml/2006/main">
            <a:r>
              <a:t/>
            </a:r>
          </a:p>
          <a:p xmlns:a="http://schemas.openxmlformats.org/drawingml/2006/main">
            <a:r>
              <a:t>&gt; “He who is thirsty, let him come. He who desires, let him take the water of life freely.”</a:t>
            </a:r>
          </a:p>
          <a:p xmlns:a="http://schemas.openxmlformats.org/drawingml/2006/main">
            <a:r>
              <a:t/>
            </a:r>
          </a:p>
          <a:p xmlns:a="http://schemas.openxmlformats.org/drawingml/2006/main">
            <a:r>
              <a:t>[CLICK → reveal: “The water of life is offered freely”]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Freely.</a:t>
            </a:r>
          </a:p>
          <a:p xmlns:a="http://schemas.openxmlformats.org/drawingml/2006/main">
            <a:r>
              <a:t/>
            </a:r>
          </a:p>
          <a:p xmlns:a="http://schemas.openxmlformats.org/drawingml/2006/main">
            <a:r>
              <a:t>Let that word have its weight. The thirsty person is invited to receive.</a:t>
            </a:r>
          </a:p>
          <a:p xmlns:a="http://schemas.openxmlformats.org/drawingml/2006/main">
            <a:r>
              <a:t/>
            </a:r>
          </a:p>
          <a:p xmlns:a="http://schemas.openxmlformats.org/drawingml/2006/main">
            <a:r>
              <a:t>John records Jesus calling people to come to Him for life. Revelation closes with the invitation to take the water of life freely. The question presses upon us: Have we come to the One these words reveal?</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His resurrection, Jesus gives His disciples an extraordinary explanation of their Scriptures.</a:t>
            </a:r>
          </a:p>
          <a:p xmlns:a="http://schemas.openxmlformats.org/drawingml/2006/main">
            <a:r>
              <a:t/>
            </a:r>
          </a:p>
          <a:p xmlns:a="http://schemas.openxmlformats.org/drawingml/2006/main">
            <a:r>
              <a:t>Luke 24:27 says:</a:t>
            </a:r>
          </a:p>
          <a:p xmlns:a="http://schemas.openxmlformats.org/drawingml/2006/main">
            <a:r>
              <a:t/>
            </a:r>
          </a:p>
          <a:p xmlns:a="http://schemas.openxmlformats.org/drawingml/2006/main">
            <a:r>
              <a:t>&gt; “Beginning from Moses and from all the prophets, he explained to them in all the Scriptures the things concerning himself.”</a:t>
            </a:r>
          </a:p>
          <a:p xmlns:a="http://schemas.openxmlformats.org/drawingml/2006/main">
            <a:r>
              <a:t/>
            </a:r>
          </a:p>
          <a:p xmlns:a="http://schemas.openxmlformats.org/drawingml/2006/main">
            <a:r>
              <a:t>Later, in verse 44, He says:</a:t>
            </a:r>
          </a:p>
          <a:p xmlns:a="http://schemas.openxmlformats.org/drawingml/2006/main">
            <a:r>
              <a:t/>
            </a:r>
          </a:p>
          <a:p xmlns:a="http://schemas.openxmlformats.org/drawingml/2006/main">
            <a:r>
              <a:t>[CLICK → reveal: “The Christ would suffer and rise on the third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“All things which are written in the law of Moses, the prophets, and the psalms concerning me must be fulfilled.”</a:t>
            </a:r>
          </a:p>
          <a:p xmlns:a="http://schemas.openxmlformats.org/drawingml/2006/main">
            <a:r>
              <a:t/>
            </a:r>
          </a:p>
          <a:p xmlns:a="http://schemas.openxmlformats.org/drawingml/2006/main">
            <a:r>
              <a:t>Notice where Jesus takes them. Back to the Scriptures they already possessed.</a:t>
            </a:r>
          </a:p>
          <a:p xmlns:a="http://schemas.openxmlformats.org/drawingml/2006/main">
            <a:r>
              <a:t/>
            </a:r>
          </a:p>
          <a:p xmlns:a="http://schemas.openxmlformats.org/drawingml/2006/main">
            <a:r>
              <a:t>What did those Scriptures anticipate?</a:t>
            </a:r>
          </a:p>
          <a:p xmlns:a="http://schemas.openxmlformats.org/drawingml/2006/main">
            <a:r>
              <a:t/>
            </a:r>
          </a:p>
          <a:p xmlns:a="http://schemas.openxmlformats.org/drawingml/2006/main">
            <a:r>
              <a:t>[CLICK → reveal: “Repentance and forgiveness would be proclaimed to all 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explains in verses 46–48: the Christ would suffer, rise from the dead on the third day, and repentance and forgiveness of sins would be proclaimed in His name to all nations. The disciples were witnesses of these things.</a:t>
            </a:r>
          </a:p>
          <a:p xmlns:a="http://schemas.openxmlformats.org/drawingml/2006/main">
            <a:r>
              <a:t/>
            </a:r>
          </a:p>
          <a:p xmlns:a="http://schemas.openxmlformats.org/drawingml/2006/main">
            <a:r>
              <a:t>Suffering. Resurrection. Forgiveness proclaimed to the nations.</a:t>
            </a:r>
          </a:p>
          <a:p xmlns:a="http://schemas.openxmlformats.org/drawingml/2006/main">
            <a:r>
              <a:t/>
            </a:r>
          </a:p>
          <a:p xmlns:a="http://schemas.openxmlformats.org/drawingml/2006/main">
            <a:r>
              <a:t>Jesus gives us the direction to follow. So let’s return to Genesis and ask why humanity needs the forgiveness and life He brings.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beginning, God created the heavens and the earth.”</a:t>
            </a:r>
          </a:p>
          <a:p xmlns:a="http://schemas.openxmlformats.org/drawingml/2006/main">
            <a:r>
              <a:t/>
            </a:r>
          </a:p>
          <a:p xmlns:a="http://schemas.openxmlformats.org/drawingml/2006/main">
            <a:r>
              <a:t>That is where Genesis begins. God creates. Humanity bears His image, male and female. God looks upon everything He has made and declares it very good. (Genesis 1:1, 27, 31.)</a:t>
            </a:r>
          </a:p>
          <a:p xmlns:a="http://schemas.openxmlformats.org/drawingml/2006/main">
            <a:r>
              <a:t/>
            </a:r>
          </a:p>
          <a:p xmlns:a="http://schemas.openxmlformats.org/drawingml/2006/main">
            <a:r>
              <a:t>Before we hear about human rebellion, we hear about human dignity. We belong to our Creator. Our life comes from Him.</a:t>
            </a:r>
          </a:p>
          <a:p xmlns:a="http://schemas.openxmlformats.org/drawingml/2006/main">
            <a:r>
              <a:t/>
            </a:r>
          </a:p>
          <a:p xmlns:a="http://schemas.openxmlformats.org/drawingml/2006/main">
            <a:r>
              <a:t>Genesis 2:7 describes God forming man from the dust and breathing into him the breath of life. Then God places the man in the garden and speaks to him.</a:t>
            </a:r>
          </a:p>
          <a:p xmlns:a="http://schemas.openxmlformats.org/drawingml/2006/main">
            <a:r>
              <a:t/>
            </a:r>
          </a:p>
          <a:p xmlns:a="http://schemas.openxmlformats.org/drawingml/2006/main">
            <a:r>
              <a:t>Listen to how His command begins:</a:t>
            </a:r>
          </a:p>
          <a:p xmlns:a="http://schemas.openxmlformats.org/drawingml/2006/main">
            <a:r>
              <a:t/>
            </a:r>
          </a:p>
          <a:p xmlns:a="http://schemas.openxmlformats.org/drawingml/2006/main">
            <a:r>
              <a:t>[CLICK → reveal: “God warns that rebellion brings death”]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“You may freely eat of every tree of the garden.”</a:t>
            </a:r>
          </a:p>
          <a:p xmlns:a="http://schemas.openxmlformats.org/drawingml/2006/main">
            <a:r>
              <a:t/>
            </a:r>
          </a:p>
          <a:p xmlns:a="http://schemas.openxmlformats.org/drawingml/2006/main">
            <a:r>
              <a:t>Generosity comes first. Then God identifies the forbidden tree and gives the warning:</a:t>
            </a:r>
          </a:p>
          <a:p xmlns:a="http://schemas.openxmlformats.org/drawingml/2006/main">
            <a:r>
              <a:t/>
            </a:r>
          </a:p>
          <a:p xmlns:a="http://schemas.openxmlformats.org/drawingml/2006/main">
            <a:r>
              <a:t>&gt; “In the day that you eat of it, you will surely die.”</a:t>
            </a:r>
          </a:p>
          <a:p xmlns:a="http://schemas.openxmlformats.org/drawingml/2006/main">
            <a:r>
              <a:t/>
            </a:r>
          </a:p>
          <a:p xmlns:a="http://schemas.openxmlformats.org/drawingml/2006/main">
            <a:r>
              <a:t>In Genesis 3, another voice speaks:</a:t>
            </a:r>
          </a:p>
          <a:p xmlns:a="http://schemas.openxmlformats.org/drawingml/2006/main">
            <a:r>
              <a:t/>
            </a:r>
          </a:p>
          <a:p xmlns:a="http://schemas.openxmlformats.org/drawingml/2006/main">
            <a:r>
              <a:t>&gt; “You won’t really die.”</a:t>
            </a:r>
          </a:p>
          <a:p xmlns:a="http://schemas.openxmlformats.org/drawingml/2006/main">
            <a:r>
              <a:t/>
            </a:r>
          </a:p>
          <a:p xmlns:a="http://schemas.openxmlformats.org/drawingml/2006/main">
            <a:r>
              <a:t>[CLICK → reveal: “The serpent directly contradicts God’s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it is. A direct contradiction.</a:t>
            </a:r>
          </a:p>
          <a:p xmlns:a="http://schemas.openxmlformats.org/drawingml/2006/main">
            <a:r>
              <a:t/>
            </a:r>
          </a:p>
          <a:p xmlns:a="http://schemas.openxmlformats.org/drawingml/2006/main">
            <a:r>
              <a:t>God says one thing. The serpent says another. The serpent also questions God’s motives, suggesting that God is withholding something desirable: their eyes will be opened, and they will be like God, knowing good and evil. (Genesis 3:4–5.)</a:t>
            </a:r>
          </a:p>
          <a:p xmlns:a="http://schemas.openxmlformats.org/drawingml/2006/main">
            <a:r>
              <a:t/>
            </a:r>
          </a:p>
          <a:p xmlns:a="http://schemas.openxmlformats.org/drawingml/2006/main">
            <a:r>
              <a:t>The question of authority is already before us, here in the garden. Whose word will they trust?</a:t>
            </a:r>
          </a:p>
          <a:p xmlns:a="http://schemas.openxmlformats.org/drawingml/2006/main">
            <a:r>
              <a:t/>
            </a:r>
          </a:p>
          <a:p xmlns:a="http://schemas.openxmlformats.org/drawingml/2006/main">
            <a:r>
              <a:t>God had said, “In the day that you eat of it, you will surely die.”</a:t>
            </a:r>
          </a:p>
          <a:p xmlns:a="http://schemas.openxmlformats.org/drawingml/2006/main">
            <a:r>
              <a:t/>
            </a:r>
          </a:p>
          <a:p xmlns:a="http://schemas.openxmlformats.org/drawingml/2006/main">
            <a:r>
              <a:t>The serpent said, “You won’t really die.”</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Adam and Eve ate—and they were still breathing. If God’s warning referred only to immediate physical death, that would seem to support the serpent’s claim.</a:t>
            </a:r>
          </a:p>
          <a:p xmlns:a="http://schemas.openxmlformats.org/drawingml/2006/main">
            <a:r>
              <a:t/>
            </a:r>
          </a:p>
          <a:p xmlns:a="http://schemas.openxmlformats.org/drawingml/2006/main">
            <a:r>
              <a:t>But look at what happened.</a:t>
            </a:r>
          </a:p>
          <a:p xmlns:a="http://schemas.openxmlformats.org/drawingml/2006/main">
            <a:r>
              <a:t/>
            </a:r>
          </a:p>
          <a:p xmlns:a="http://schemas.openxmlformats.org/drawingml/2006/main">
            <a:r>
              <a:t>They hid. They were afraid. When God confronted them, they shifted the blame. The people He had created for fellowship with Himself were now trying to escape His presence.</a:t>
            </a:r>
          </a:p>
          <a:p xmlns:a="http://schemas.openxmlformats.org/drawingml/2006/main">
            <a:r>
              <a:t/>
            </a:r>
          </a:p>
          <a:p xmlns:a="http://schemas.openxmlformats.org/drawingml/2006/main">
            <a:r>
              <a:t>They were physically alive, but spiritually dead. Their guilt, fear, and condemnation revealed the rupture sin had brought into their relationship with God. Spiritual death had taken place that very day.</a:t>
            </a:r>
          </a:p>
          <a:p xmlns:a="http://schemas.openxmlformats.org/drawingml/2006/main">
            <a:r>
              <a:t/>
            </a:r>
          </a:p>
          <a:p xmlns:a="http://schemas.openxmlformats.org/drawingml/2006/main">
            <a:r>
              <a:t>*[Pause.]*</a:t>
            </a:r>
          </a:p>
          <a:p xmlns:a="http://schemas.openxmlformats.org/drawingml/2006/main">
            <a:r>
              <a:t/>
            </a:r>
          </a:p>
          <a:p xmlns:a="http://schemas.openxmlformats.org/drawingml/2006/main">
            <a:r>
              <a:t>That is a sobering thought: a person can be breathing, speaking, and going about life while spiritually dead before God.</a:t>
            </a:r>
          </a:p>
          <a:p xmlns:a="http://schemas.openxmlformats.org/drawingml/2006/main">
            <a:r>
              <a:t/>
            </a:r>
          </a:p>
          <a:p xmlns:a="http://schemas.openxmlformats.org/drawingml/2006/main">
            <a:r>
              <a:t>[CLICK → reveal: “Sin and death entered the world through Adam”]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 death would follow. God told Adam, “For you are dust, and you shall return to dust.” Their eventual return to the ground would be another consequence of their rebellion.</a:t>
            </a:r>
          </a:p>
          <a:p xmlns:a="http://schemas.openxmlformats.org/drawingml/2006/main">
            <a:r>
              <a:t/>
            </a:r>
          </a:p>
          <a:p xmlns:a="http://schemas.openxmlformats.org/drawingml/2006/main">
            <a:r>
              <a:t>The serpent had lied. Sin had brought death, even though Adam and Eve had not immediately stopped breathing.</a:t>
            </a:r>
          </a:p>
          <a:p xmlns:a="http://schemas.openxmlformats.org/drawingml/2006/main">
            <a:r>
              <a:t/>
            </a:r>
          </a:p>
          <a:p xmlns:a="http://schemas.openxmlformats.org/drawingml/2006/main">
            <a:r>
              <a:t>*[Pause.]*</a:t>
            </a:r>
          </a:p>
          <a:p xmlns:a="http://schemas.openxmlformats.org/drawingml/2006/main">
            <a:r>
              <a:t/>
            </a:r>
          </a:p>
          <a:p xmlns:a="http://schemas.openxmlformats.org/drawingml/2006/main">
            <a:r>
              <a:t>Now listen to Paul explain why this account concerns us.</a:t>
            </a:r>
          </a:p>
          <a:p xmlns:a="http://schemas.openxmlformats.org/drawingml/2006/main">
            <a:r>
              <a:t/>
            </a:r>
          </a:p>
          <a:p xmlns:a="http://schemas.openxmlformats.org/drawingml/2006/main">
            <a:r>
              <a:t>Romans 5:12 says that sin entered the world through one man, and death through sin, and death passed to all because all sinned.</a:t>
            </a:r>
          </a:p>
          <a:p xmlns:a="http://schemas.openxmlformats.org/drawingml/2006/main">
            <a:r>
              <a:t/>
            </a:r>
          </a:p>
          <a:p xmlns:a="http://schemas.openxmlformats.org/drawingml/2006/main">
            <a:r>
              <a:t>Paul traces our predicament back to Adam. But he also points us to Jesus Christ.</a:t>
            </a:r>
          </a:p>
          <a:p xmlns:a="http://schemas.openxmlformats.org/drawingml/2006/main">
            <a:r>
              <a:t/>
            </a:r>
          </a:p>
          <a:p xmlns:a="http://schemas.openxmlformats.org/drawingml/2006/main">
            <a:r>
              <a:t>[CLICK → reveal: “Grace, righteousness, and reconciliation come through Jesus Christ”]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Romans 5:17 says that those who receive the abundance of grace and the gift of righteousness will reign in life through Jesus Christ.</a:t>
            </a:r>
          </a:p>
          <a:p xmlns:a="http://schemas.openxmlformats.org/drawingml/2006/main">
            <a:r>
              <a:t/>
            </a:r>
          </a:p>
          <a:p xmlns:a="http://schemas.openxmlformats.org/drawingml/2006/main">
            <a:r>
              <a:t>Notice the language: **receive**. **Grace**. **Gift**.</a:t>
            </a:r>
          </a:p>
          <a:p xmlns:a="http://schemas.openxmlformats.org/drawingml/2006/main">
            <a:r>
              <a:t/>
            </a:r>
          </a:p>
          <a:p xmlns:a="http://schemas.openxmlformats.org/drawingml/2006/main">
            <a:r>
              <a:t>Earlier in that chapter, Paul says that we were reconciled to God through the death of His Son, and that through Jesus Christ we have received reconciliation. (Romans 5:10–11.)</a:t>
            </a:r>
          </a:p>
          <a:p xmlns:a="http://schemas.openxmlformats.org/drawingml/2006/main">
            <a:r>
              <a:t/>
            </a:r>
          </a:p>
          <a:p xmlns:a="http://schemas.openxmlformats.org/drawingml/2006/main">
            <a:r>
              <a:t>His explanation of salvation reaches back to the beginning. Humanity’s sin and death provide the setting in which we understand Christ’s death and the life He gives.</a:t>
            </a:r>
          </a:p>
          <a:p xmlns:a="http://schemas.openxmlformats.org/drawingml/2006/main">
            <a:r>
              <a:t/>
            </a:r>
          </a:p>
          <a:p xmlns:a="http://schemas.openxmlformats.org/drawingml/2006/main">
            <a:r>
              <a:t>If we reduce our problem to needing a few improvements, we will underestimate what Christ came to accomplish. Paul speaks of people who need reconciliation with God and deliverance from the reign of death.</a:t>
            </a:r>
          </a:p>
          <a:p xmlns:a="http://schemas.openxmlformats.org/drawingml/2006/main">
            <a:r>
              <a:t/>
            </a:r>
          </a:p>
          <a:p xmlns:a="http://schemas.openxmlformats.org/drawingml/2006/main">
            <a:r>
              <a:t>That is the depth of our need. And that is where God’s grace meets us.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Genesis 3. Alongside the judgment, God speaks to the serpent:</a:t>
            </a:r>
          </a:p>
          <a:p xmlns:a="http://schemas.openxmlformats.org/drawingml/2006/main">
            <a:r>
              <a:t/>
            </a:r>
          </a:p>
          <a:p xmlns:a="http://schemas.openxmlformats.org/drawingml/2006/main">
            <a:r>
              <a:t>&gt; **“He will bruise your head, and you will bruise his heel.”**</a:t>
            </a:r>
          </a:p>
          <a:p xmlns:a="http://schemas.openxmlformats.org/drawingml/2006/main">
            <a:r>
              <a:t/>
            </a:r>
          </a:p>
          <a:p xmlns:a="http://schemas.openxmlformats.org/drawingml/2006/main">
            <a:r>
              <a:t>There is conflict ahead, but also the promise of a blow to the serpent’s head. Who will this offspring be? Genesis does not yet name Him. Let’s keep listening as Scripture unfolds.</a:t>
            </a:r>
          </a:p>
          <a:p xmlns:a="http://schemas.openxmlformats.org/drawingml/2006/main">
            <a:r>
              <a:t/>
            </a:r>
          </a:p>
          <a:p xmlns:a="http://schemas.openxmlformats.org/drawingml/2006/main">
            <a:r>
              <a:t>[CLICK → reveal: “All families of the earth would be blessed through Abraham”]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Later, God tells Abraham:</a:t>
            </a:r>
          </a:p>
          <a:p xmlns:a="http://schemas.openxmlformats.org/drawingml/2006/main">
            <a:r>
              <a:t/>
            </a:r>
          </a:p>
          <a:p xmlns:a="http://schemas.openxmlformats.org/drawingml/2006/main">
            <a:r>
              <a:t>&gt; **“All the families of the earth will be blessed through you.”**</a:t>
            </a:r>
          </a:p>
          <a:p xmlns:a="http://schemas.openxmlformats.org/drawingml/2006/main">
            <a:r>
              <a:t/>
            </a:r>
          </a:p>
          <a:p xmlns:a="http://schemas.openxmlformats.org/drawingml/2006/main">
            <a:r>
              <a:t>Then, in Genesis 22:18:</a:t>
            </a:r>
          </a:p>
          <a:p xmlns:a="http://schemas.openxmlformats.org/drawingml/2006/main">
            <a:r>
              <a:t/>
            </a:r>
          </a:p>
          <a:p xmlns:a="http://schemas.openxmlformats.org/drawingml/2006/main">
            <a:r>
              <a:t>[CLICK → reveal: “The promise reaches beyond one people to every 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**“All the nations of the earth will be blessed by your offspring, because you have obeyed my voice.”**</a:t>
            </a:r>
          </a:p>
          <a:p xmlns:a="http://schemas.openxmlformats.org/drawingml/2006/main">
            <a:r>
              <a:t/>
            </a:r>
          </a:p>
          <a:p xmlns:a="http://schemas.openxmlformats.org/drawingml/2006/main">
            <a:r>
              <a:t>Think about the reach of that promise. God speaks to one man about a blessing that will extend to all the nations.</a:t>
            </a:r>
          </a:p>
          <a:p xmlns:a="http://schemas.openxmlformats.org/drawingml/2006/main">
            <a:r>
              <a:t/>
            </a:r>
          </a:p>
          <a:p xmlns:a="http://schemas.openxmlformats.org/drawingml/2006/main">
            <a:r>
              <a:t>But what is this blessing? And who is the offspring through whom it will come?</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Listen to how Paul explains the promise in Galatians 3:8:</a:t>
            </a:r>
          </a:p>
          <a:p xmlns:a="http://schemas.openxmlformats.org/drawingml/2006/main">
            <a:r>
              <a:t/>
            </a:r>
          </a:p>
          <a:p xmlns:a="http://schemas.openxmlformats.org/drawingml/2006/main">
            <a:r>
              <a:t>&gt; **“The Scripture, foreseeing that God would justify the Gentiles by faith, preached the Good News beforehand to Abraham, saying, ‘In you all the nations will be blessed.’”**</a:t>
            </a:r>
          </a:p>
          <a:p xmlns:a="http://schemas.openxmlformats.org/drawingml/2006/main">
            <a:r>
              <a:t/>
            </a:r>
          </a:p>
          <a:p xmlns:a="http://schemas.openxmlformats.org/drawingml/2006/main">
            <a:r>
              <a:t>*[Pause.]*</a:t>
            </a:r>
          </a:p>
          <a:p xmlns:a="http://schemas.openxmlformats.org/drawingml/2006/main">
            <a:r>
              <a:t/>
            </a:r>
          </a:p>
          <a:p xmlns:a="http://schemas.openxmlformats.org/drawingml/2006/main">
            <a:r>
              <a:t>Paul calls that promise **the Good News—the gospel—preached beforehand to Abraham.**</a:t>
            </a:r>
          </a:p>
          <a:p xmlns:a="http://schemas.openxmlformats.org/drawingml/2006/main">
            <a:r>
              <a:t/>
            </a:r>
          </a:p>
          <a:p xmlns:a="http://schemas.openxmlformats.org/drawingml/2006/main">
            <a:r>
              <a:t>That is a remarkable connection. As we read Genesis, we hear a promise of blessing. Paul explains that God was announcing beforehand that He would justify the Gentiles by faith—that people from the nations would be declared righteous before Him through faith.</a:t>
            </a:r>
          </a:p>
          <a:p xmlns:a="http://schemas.openxmlformats.org/drawingml/2006/main">
            <a:r>
              <a:t/>
            </a:r>
          </a:p>
          <a:p xmlns:a="http://schemas.openxmlformats.org/drawingml/2006/main">
            <a:r>
              <a:t>[CLICK → reveal: “God justifies people from the nations by faith”]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who is the promised offspring?</a:t>
            </a:r>
          </a:p>
          <a:p xmlns:a="http://schemas.openxmlformats.org/drawingml/2006/main">
            <a:r>
              <a:t/>
            </a:r>
          </a:p>
          <a:p xmlns:a="http://schemas.openxmlformats.org/drawingml/2006/main">
            <a:r>
              <a:t>Paul answers in verse 16:</a:t>
            </a:r>
          </a:p>
          <a:p xmlns:a="http://schemas.openxmlformats.org/drawingml/2006/main">
            <a:r>
              <a:t/>
            </a:r>
          </a:p>
          <a:p xmlns:a="http://schemas.openxmlformats.org/drawingml/2006/main">
            <a:r>
              <a:t>&gt; **“He doesn’t say, ‘To descendants’, as of many, but as of one, ‘To your offspring’, which is Christ.”**</a:t>
            </a:r>
          </a:p>
          <a:p xmlns:a="http://schemas.openxmlformats.org/drawingml/2006/main">
            <a:r>
              <a:t/>
            </a:r>
          </a:p>
          <a:p xmlns:a="http://schemas.openxmlformats.org/drawingml/2006/main">
            <a:r>
              <a:t>Now the connection comes into focus. The blessing promised to Abraham reaches the nations through Jesus Christ.</a:t>
            </a:r>
          </a:p>
          <a:p xmlns:a="http://schemas.openxmlformats.org/drawingml/2006/main">
            <a:r>
              <a:t/>
            </a:r>
          </a:p>
          <a:p xmlns:a="http://schemas.openxmlformats.org/drawingml/2006/main">
            <a:r>
              <a:t>[CLICK → reveal: “The promised offspring is Jesus Christ”]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Remember what we heard in Luke 24? Jesus said that repentance and forgiveness of sins would be proclaimed in His name **to all nations**.</a:t>
            </a:r>
          </a:p>
          <a:p xmlns:a="http://schemas.openxmlformats.org/drawingml/2006/main">
            <a:r>
              <a:t/>
            </a:r>
          </a:p>
          <a:p xmlns:a="http://schemas.openxmlformats.org/drawingml/2006/main">
            <a:r>
              <a:t>Here, Paul takes us back to God’s promise to Abraham and shows us that this worldwide reach was already there.</a:t>
            </a:r>
          </a:p>
          <a:p xmlns:a="http://schemas.openxmlformats.org/drawingml/2006/main">
            <a:r>
              <a:t/>
            </a:r>
          </a:p>
          <a:p xmlns:a="http://schemas.openxmlformats.org/drawingml/2006/main">
            <a:r>
              <a:t>We are beginning to see how these passages belong together. God gives the promise. Paul identifies it as the gospel announced beforehand and points to Christ as its fulfillment.</a:t>
            </a:r>
          </a:p>
          <a:p xmlns:a="http://schemas.openxmlformats.org/drawingml/2006/main">
            <a:r>
              <a:t/>
            </a:r>
          </a:p>
          <a:p xmlns:a="http://schemas.openxmlformats.org/drawingml/2006/main">
            <a:r>
              <a:t>And that promise reaches far enough to include us.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listen to God’s promise through Moses in Deuteronomy 18:18–19. God will raise up a prophet from among the people, put His words in that prophet’s mouth, and hold people responsible for listening.</a:t>
            </a:r>
          </a:p>
          <a:p xmlns:a="http://schemas.openxmlformats.org/drawingml/2006/main">
            <a:r>
              <a:t/>
            </a:r>
          </a:p>
          <a:p xmlns:a="http://schemas.openxmlformats.org/drawingml/2006/main">
            <a:r>
              <a:t>In Acts 3, Peter quotes that promise while proclaiming Jesus:</a:t>
            </a:r>
          </a:p>
          <a:p xmlns:a="http://schemas.openxmlformats.org/drawingml/2006/main">
            <a:r>
              <a:t/>
            </a:r>
          </a:p>
          <a:p xmlns:a="http://schemas.openxmlformats.org/drawingml/2006/main">
            <a:r>
              <a:t>&gt; “You shall listen to him in all things whatever he says to you.”</a:t>
            </a:r>
          </a:p>
          <a:p xmlns:a="http://schemas.openxmlformats.org/drawingml/2006/main">
            <a:r>
              <a:t/>
            </a:r>
          </a:p>
          <a:p xmlns:a="http://schemas.openxmlformats.org/drawingml/2006/main">
            <a:r>
              <a:t>Then Peter brings Abraham into the same explanation, recalling the promised blessing for all families of the earth. He tells his hearers that God sent His servant Jesus to bless them by turning them from their wickedness. (Acts 3:22, 25–26.)</a:t>
            </a:r>
          </a:p>
          <a:p xmlns:a="http://schemas.openxmlformats.org/drawingml/2006/main">
            <a:r>
              <a:t/>
            </a:r>
          </a:p>
          <a:p xmlns:a="http://schemas.openxmlformats.org/drawingml/2006/main">
            <a:r>
              <a:t>Moses. Abraham. Jesus.</a:t>
            </a:r>
          </a:p>
          <a:p xmlns:a="http://schemas.openxmlformats.org/drawingml/2006/main">
            <a:r>
              <a:t/>
            </a:r>
          </a:p>
          <a:p xmlns:a="http://schemas.openxmlformats.org/drawingml/2006/main">
            <a:r>
              <a:t>[CLICK → reveal: “Peter identifies Jesus as the One God 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connects them in his proclamation. The promised blessing carries a claim upon those who hear: listen to the One God has sent.</a:t>
            </a:r>
          </a:p>
          <a:p xmlns:a="http://schemas.openxmlformats.org/drawingml/2006/main">
            <a:r>
              <a:t/>
            </a:r>
          </a:p>
          <a:p xmlns:a="http://schemas.openxmlformats.org/drawingml/2006/main">
            <a:r>
              <a:t>Now listen to David.</a:t>
            </a:r>
          </a:p>
          <a:p xmlns:a="http://schemas.openxmlformats.org/drawingml/2006/main">
            <a:r>
              <a:t/>
            </a:r>
          </a:p>
          <a:p xmlns:a="http://schemas.openxmlformats.org/drawingml/2006/main">
            <a:r>
              <a:t>In Psalm 16:10, he writes:</a:t>
            </a:r>
          </a:p>
          <a:p xmlns:a="http://schemas.openxmlformats.org/drawingml/2006/main">
            <a:r>
              <a:t/>
            </a:r>
          </a:p>
          <a:p xmlns:a="http://schemas.openxmlformats.org/drawingml/2006/main">
            <a:r>
              <a:t>&gt; “For you will not leave my soul in Sheol, neither will you allow your holy one to see corruption.”</a:t>
            </a:r>
          </a:p>
          <a:p xmlns:a="http://schemas.openxmlformats.org/drawingml/2006/main">
            <a:r>
              <a:t/>
            </a:r>
          </a:p>
          <a:p xmlns:a="http://schemas.openxmlformats.org/drawingml/2006/main">
            <a:r>
              <a:t>[CLICK → reveal: “David speaks ahead of Christ’s resurrection”]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that mean? Peter addresses it in Acts 2:30–32. David was a prophet who knew God’s oath concerning a descendant who would sit on his throne. Peter explains that David spoke ahead of Christ’s resurrection.</a:t>
            </a:r>
          </a:p>
          <a:p xmlns:a="http://schemas.openxmlformats.org/drawingml/2006/main">
            <a:r>
              <a:t/>
            </a:r>
          </a:p>
          <a:p xmlns:a="http://schemas.openxmlformats.org/drawingml/2006/main">
            <a:r>
              <a:t>Then Peter announces:</a:t>
            </a:r>
          </a:p>
          <a:p xmlns:a="http://schemas.openxmlformats.org/drawingml/2006/main">
            <a:r>
              <a:t/>
            </a:r>
          </a:p>
          <a:p xmlns:a="http://schemas.openxmlformats.org/drawingml/2006/main">
            <a:r>
              <a:t>&gt; “This Jesus God raised up, to which we all are witnesses.”</a:t>
            </a:r>
          </a:p>
          <a:p xmlns:a="http://schemas.openxmlformats.org/drawingml/2006/main">
            <a:r>
              <a:t/>
            </a:r>
          </a:p>
          <a:p xmlns:a="http://schemas.openxmlformats.org/drawingml/2006/main">
            <a:r>
              <a:t>A promise in the Psalms. Its fulfillment proclaimed in Acts. And witnesses declaring that God raised Jesus from the dead.</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come to Isaiah.</a:t>
            </a:r>
          </a:p>
          <a:p xmlns:a="http://schemas.openxmlformats.org/drawingml/2006/main">
            <a:r>
              <a:t/>
            </a:r>
          </a:p>
          <a:p xmlns:a="http://schemas.openxmlformats.org/drawingml/2006/main">
            <a:r>
              <a:t>Isaiah 52:13 introduces God’s servant as one who will act wisely and be exalted. Then chapter 53 asks:</a:t>
            </a:r>
          </a:p>
          <a:p xmlns:a="http://schemas.openxmlformats.org/drawingml/2006/main">
            <a:r>
              <a:t/>
            </a:r>
          </a:p>
          <a:p xmlns:a="http://schemas.openxmlformats.org/drawingml/2006/main">
            <a:r>
              <a:t>&gt; “Who has believed our message?”</a:t>
            </a:r>
          </a:p>
          <a:p xmlns:a="http://schemas.openxmlformats.org/drawingml/2006/main">
            <a:r>
              <a:t/>
            </a:r>
          </a:p>
          <a:p xmlns:a="http://schemas.openxmlformats.org/drawingml/2006/main">
            <a:r>
              <a:t>That question belongs in this speech. A message can be heard and still be rejected. What is the message Isaiah asks people to believe?</a:t>
            </a:r>
          </a:p>
          <a:p xmlns:a="http://schemas.openxmlformats.org/drawingml/2006/main">
            <a:r>
              <a:t/>
            </a:r>
          </a:p>
          <a:p xmlns:a="http://schemas.openxmlformats.org/drawingml/2006/main">
            <a:r>
              <a:t>[CLICK → reveal: “The punishment that brought our peace was on Him”]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Listen to verses 5–6:</a:t>
            </a:r>
          </a:p>
          <a:p xmlns:a="http://schemas.openxmlformats.org/drawingml/2006/main">
            <a:r>
              <a:t/>
            </a:r>
          </a:p>
          <a:p xmlns:a="http://schemas.openxmlformats.org/drawingml/2006/main">
            <a:r>
              <a:t>&gt; “But he was pierced for our transgressions.</a:t>
            </a:r>
          </a:p>
          <a:p xmlns:a="http://schemas.openxmlformats.org/drawingml/2006/main">
            <a:r>
              <a:t>&gt; He was crushed for our iniquities.</a:t>
            </a:r>
          </a:p>
          <a:p xmlns:a="http://schemas.openxmlformats.org/drawingml/2006/main">
            <a:r>
              <a:t>&gt; The punishment that brought our peace was on him;</a:t>
            </a:r>
          </a:p>
          <a:p xmlns:a="http://schemas.openxmlformats.org/drawingml/2006/main">
            <a:r>
              <a:t>&gt; and by his wounds we are healed.</a:t>
            </a:r>
          </a:p>
          <a:p xmlns:a="http://schemas.openxmlformats.org/drawingml/2006/main">
            <a:r>
              <a:t>&gt;</a:t>
            </a:r>
          </a:p>
          <a:p xmlns:a="http://schemas.openxmlformats.org/drawingml/2006/main">
            <a:r>
              <a:t>&gt; All we like sheep have gone astray.</a:t>
            </a:r>
          </a:p>
          <a:p xmlns:a="http://schemas.openxmlformats.org/drawingml/2006/main">
            <a:r>
              <a:t>&gt; Everyone has turned to his own way;</a:t>
            </a:r>
          </a:p>
          <a:p xmlns:a="http://schemas.openxmlformats.org/drawingml/2006/main">
            <a:r>
              <a:t>&gt; and Yahweh has laid on him the iniquity of us all.”</a:t>
            </a:r>
          </a:p>
          <a:p xmlns:a="http://schemas.openxmlformats.org/drawingml/2006/main">
            <a:r>
              <a:t/>
            </a:r>
          </a:p>
          <a:p xmlns:a="http://schemas.openxmlformats.org/drawingml/2006/main">
            <a:r>
              <a:t>Listen to the pronouns. He was pierced. Our transgressions. He was crushed. Our iniquities. The punishment was on Him. The peace comes to us.</a:t>
            </a:r>
          </a:p>
          <a:p xmlns:a="http://schemas.openxmlformats.org/drawingml/2006/main">
            <a:r>
              <a:t/>
            </a:r>
          </a:p>
          <a:p xmlns:a="http://schemas.openxmlformats.org/drawingml/2006/main">
            <a:r>
              <a:t>The servant bears the consequences of other people’s sins.</a:t>
            </a:r>
          </a:p>
          <a:p xmlns:a="http://schemas.openxmlformats.org/drawingml/2006/main">
            <a:r>
              <a:t/>
            </a:r>
          </a:p>
          <a:p xmlns:a="http://schemas.openxmlformats.org/drawingml/2006/main">
            <a:r>
              <a:t>[CLICK → reveal: “The innocent servant bears the iniquity of many”]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Isaiah’s description includes all of us: “Everyone has turned to his own way.”</a:t>
            </a:r>
          </a:p>
          <a:p xmlns:a="http://schemas.openxmlformats.org/drawingml/2006/main">
            <a:r>
              <a:t/>
            </a:r>
          </a:p>
          <a:p xmlns:a="http://schemas.openxmlformats.org/drawingml/2006/main">
            <a:r>
              <a:t>We may take different roads, but every one of us understands wanting our own way. We know what it is to resist correction, defend ourselves, and want the authority to decide what is right for us.</a:t>
            </a:r>
          </a:p>
          <a:p xmlns:a="http://schemas.openxmlformats.org/drawingml/2006/main">
            <a:r>
              <a:t/>
            </a:r>
          </a:p>
          <a:p xmlns:a="http://schemas.openxmlformats.org/drawingml/2006/main">
            <a:r>
              <a:t>Isaiah then describes the servant being cut off from the land of the living. He speaks of His grave with the wicked and with a rich man in His death, while affirming His innocence: He had done no violence, and there was no deceit in His mouth. (Isaiah 53:8–9.)</a:t>
            </a:r>
          </a:p>
          <a:p xmlns:a="http://schemas.openxmlformats.org/drawingml/2006/main">
            <a:r>
              <a:t/>
            </a:r>
          </a:p>
          <a:p xmlns:a="http://schemas.openxmlformats.org/drawingml/2006/main">
            <a:r>
              <a:t>Yet the passage continues beyond His suffering. The servant will see His offspring; His days will be prolonged; God’s purpose will prosper in His hand. He will justify many and bear their iniquities. He receives a reward, having poured out His soul to death and made intercession for transgressors. (Isaiah 53:10–12.)</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 is this servant?</a:t>
            </a:r>
          </a:p>
          <a:p xmlns:a="http://schemas.openxmlformats.org/drawingml/2006/main">
            <a:r>
              <a:t/>
            </a:r>
          </a:p>
          <a:p xmlns:a="http://schemas.openxmlformats.org/drawingml/2006/main">
            <a:r>
              <a:t>An Ethiopian official asked that very question while reading Isaiah 53. In Acts 8:34, he asks Philip whether the prophet is speaking about himself or someone else.</a:t>
            </a:r>
          </a:p>
          <a:p xmlns:a="http://schemas.openxmlformats.org/drawingml/2006/main">
            <a:r>
              <a:t/>
            </a:r>
          </a:p>
          <a:p xmlns:a="http://schemas.openxmlformats.org/drawingml/2006/main">
            <a:r>
              <a:t>The next verse tells us:</a:t>
            </a:r>
          </a:p>
          <a:p xmlns:a="http://schemas.openxmlformats.org/drawingml/2006/main">
            <a:r>
              <a:t/>
            </a:r>
          </a:p>
          <a:p xmlns:a="http://schemas.openxmlformats.org/drawingml/2006/main">
            <a:r>
              <a:t>[CLICK → reveal: “Paul connects Isaiah’s question to the response to the gospel”]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“Philip opened his mouth, and beginning from this Scripture, preached to him about Jesus.”</a:t>
            </a:r>
          </a:p>
          <a:p xmlns:a="http://schemas.openxmlformats.org/drawingml/2006/main">
            <a:r>
              <a:t/>
            </a:r>
          </a:p>
          <a:p xmlns:a="http://schemas.openxmlformats.org/drawingml/2006/main">
            <a:r>
              <a:t>Philip begins where the man is reading and tells him about Christ.</a:t>
            </a:r>
          </a:p>
          <a:p xmlns:a="http://schemas.openxmlformats.org/drawingml/2006/main">
            <a:r>
              <a:t/>
            </a:r>
          </a:p>
          <a:p xmlns:a="http://schemas.openxmlformats.org/drawingml/2006/main">
            <a:r>
              <a:t>[CLICK → reveal: “The message brings us again to the question of belief”]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Paul also connects Isaiah’s opening question with the response to the gospel. In Romans 10:16, he says that not everyone obeyed the Good News, and then quotes Isaiah: “Lord, who has believed our report?”</a:t>
            </a:r>
          </a:p>
          <a:p xmlns:a="http://schemas.openxmlformats.org/drawingml/2006/main">
            <a:r>
              <a:t/>
            </a:r>
          </a:p>
          <a:p xmlns:a="http://schemas.openxmlformats.org/drawingml/2006/main">
            <a:r>
              <a:t>The connection is there in the apostolic testimony. Isaiah’s message directs us to Jesus—and brings us again to the question of belief.</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Did the prophets understand every detail of how and when these things would happen?</a:t>
            </a:r>
          </a:p>
          <a:p xmlns:a="http://schemas.openxmlformats.org/drawingml/2006/main">
            <a:r>
              <a:t/>
            </a:r>
          </a:p>
          <a:p xmlns:a="http://schemas.openxmlformats.org/drawingml/2006/main">
            <a:r>
              <a:t>Peter gives us a careful answer in 1 Peter 1:10–12. They searched diligently. They investigated the time and circumstances indicated by the Spirit of Christ within them, who testified beforehand about Christ’s sufferings and the glories to follow.</a:t>
            </a:r>
          </a:p>
          <a:p xmlns:a="http://schemas.openxmlformats.org/drawingml/2006/main">
            <a:r>
              <a:t/>
            </a:r>
          </a:p>
          <a:p xmlns:a="http://schemas.openxmlformats.org/drawingml/2006/main">
            <a:r>
              <a:t>They received revelation, and they sought to understand it. They knew they were serving people who would come later.</a:t>
            </a:r>
          </a:p>
          <a:p xmlns:a="http://schemas.openxmlformats.org/drawingml/2006/main">
            <a:r>
              <a:t/>
            </a:r>
          </a:p>
          <a:p xmlns:a="http://schemas.openxmlformats.org/drawingml/2006/main">
            <a:r>
              <a:t>[CLICK → reveal: “The prophets served people who would come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says that what they anticipated had now been announced through those who preached the gospel by the Holy Spirit sent from heaven. He adds that these are things angels desire to look into.</a:t>
            </a:r>
          </a:p>
          <a:p xmlns:a="http://schemas.openxmlformats.org/drawingml/2006/main">
            <a:r>
              <a:t/>
            </a:r>
          </a:p>
          <a:p xmlns:a="http://schemas.openxmlformats.org/drawingml/2006/main">
            <a:r>
              <a:t>Consider that for a moment. The salvation we can become so accustomed to hearing about is described as something that commands the interest of angels.</a:t>
            </a:r>
          </a:p>
          <a:p xmlns:a="http://schemas.openxmlformats.org/drawingml/2006/main">
            <a:r>
              <a:t/>
            </a:r>
          </a:p>
          <a:p xmlns:a="http://schemas.openxmlformats.org/drawingml/2006/main">
            <a:r>
              <a:t>[CLICK → reveal: “What they anticipated, the apostles announced”]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Perhaps our familiarity has made us less attentive than we should be.</a:t>
            </a:r>
          </a:p>
          <a:p xmlns:a="http://schemas.openxmlformats.org/drawingml/2006/main">
            <a:r>
              <a:t/>
            </a:r>
          </a:p>
          <a:p xmlns:a="http://schemas.openxmlformats.org/drawingml/2006/main">
            <a:r>
              <a:t>The prophets searched. The apostles proclaimed. We have the opportunity to listen to both.</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Paul describes his own testimony in Acts 26:22–23 as saying what Moses and the prophets said would happen: Christ would suffer, rise from the dead, and proclaim light to Israel and the Gentiles.</a:t>
            </a:r>
          </a:p>
          <a:p xmlns:a="http://schemas.openxmlformats.org/drawingml/2006/main">
            <a:r>
              <a:t/>
            </a:r>
          </a:p>
          <a:p xmlns:a="http://schemas.openxmlformats.org/drawingml/2006/main">
            <a:r>
              <a:t>We have heard that pattern before. It is the explanation Jesus gave in Luke 24.</a:t>
            </a:r>
          </a:p>
          <a:p xmlns:a="http://schemas.openxmlformats.org/drawingml/2006/main">
            <a:r>
              <a:t/>
            </a:r>
          </a:p>
          <a:p xmlns:a="http://schemas.openxmlformats.org/drawingml/2006/main">
            <a:r>
              <a:t>Now hear Paul state the gospel in 1 Corinthians 15:3–4:</a:t>
            </a:r>
          </a:p>
          <a:p xmlns:a="http://schemas.openxmlformats.org/drawingml/2006/main">
            <a:r>
              <a:t/>
            </a:r>
          </a:p>
          <a:p xmlns:a="http://schemas.openxmlformats.org/drawingml/2006/main">
            <a:r>
              <a:t>&gt; “Christ died for our sins according to the Scriptures, that he was buried, that he was raised on the third day according to the Scriptures.”</a:t>
            </a:r>
          </a:p>
          <a:p xmlns:a="http://schemas.openxmlformats.org/drawingml/2006/main">
            <a:r>
              <a:t/>
            </a:r>
          </a:p>
          <a:p xmlns:a="http://schemas.openxmlformats.org/drawingml/2006/main">
            <a:r>
              <a:t>[CLICK → reveal: “He was buried and raised on the third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Twice: “according to the Scriptures.”</a:t>
            </a:r>
          </a:p>
          <a:p xmlns:a="http://schemas.openxmlformats.org/drawingml/2006/main">
            <a:r>
              <a:t/>
            </a:r>
          </a:p>
          <a:p xmlns:a="http://schemas.openxmlformats.org/drawingml/2006/main">
            <a:r>
              <a:t>Christ’s death and resurrection belong within the testimony we have been tracing. And notice why He died: **for our sins**.</a:t>
            </a:r>
          </a:p>
          <a:p xmlns:a="http://schemas.openxmlformats.org/drawingml/2006/main">
            <a:r>
              <a:t/>
            </a:r>
          </a:p>
          <a:p xmlns:a="http://schemas.openxmlformats.org/drawingml/2006/main">
            <a:r>
              <a:t>This message concerns events, and it tells us their significance. Christ died. He was buried. He rose. His death addresses our sins.</a:t>
            </a:r>
          </a:p>
          <a:p xmlns:a="http://schemas.openxmlformats.org/drawingml/2006/main">
            <a:r>
              <a:t/>
            </a:r>
          </a:p>
          <a:p xmlns:a="http://schemas.openxmlformats.org/drawingml/2006/main">
            <a:r>
              <a:t>[CLICK → reveal: “The apostles proclaimed the same gospel and called people to believe”]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naming witnesses to the resurrection, Paul says:</a:t>
            </a:r>
          </a:p>
          <a:p xmlns:a="http://schemas.openxmlformats.org/drawingml/2006/main">
            <a:r>
              <a:t/>
            </a:r>
          </a:p>
          <a:p xmlns:a="http://schemas.openxmlformats.org/drawingml/2006/main">
            <a:r>
              <a:t>&gt; “Whether then it is I or they, so we preach, and so you believed.”</a:t>
            </a:r>
          </a:p>
          <a:p xmlns:a="http://schemas.openxmlformats.org/drawingml/2006/main">
            <a:r>
              <a:t/>
            </a:r>
          </a:p>
          <a:p xmlns:a="http://schemas.openxmlformats.org/drawingml/2006/main">
            <a:r>
              <a:t>Paul and the other apostles proclaimed the same gospel. Their hearers were called to believe the same testimony about Jesus Christ.</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happens when that message passes to another generation?</a:t>
            </a:r>
          </a:p>
          <a:p xmlns:a="http://schemas.openxmlformats.org/drawingml/2006/main">
            <a:r>
              <a:t/>
            </a:r>
          </a:p>
          <a:p xmlns:a="http://schemas.openxmlformats.org/drawingml/2006/main">
            <a:r>
              <a:t>Paul tells Timothy to hold the pattern of sound words he has heard and guard what has been entrusted to him, through the Holy Spirit. He specifies the manner as well: in the faith and love that are in Christ Jesus. (2 Timothy 1:13–14.)</a:t>
            </a:r>
          </a:p>
          <a:p xmlns:a="http://schemas.openxmlformats.org/drawingml/2006/main">
            <a:r>
              <a:t/>
            </a:r>
          </a:p>
          <a:p xmlns:a="http://schemas.openxmlformats.org/drawingml/2006/main">
            <a:r>
              <a:t>[CLICK → reveal: “Guard the message in faith and love”]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something to preserve, and there is a way to preserve it. Faithfulness to the message belongs together with faith and love.</a:t>
            </a:r>
          </a:p>
          <a:p xmlns:a="http://schemas.openxmlformats.org/drawingml/2006/main">
            <a:r>
              <a:t/>
            </a:r>
          </a:p>
          <a:p xmlns:a="http://schemas.openxmlformats.org/drawingml/2006/main">
            <a:r>
              <a:t>Then Paul says in 2 Timothy 2:2:</a:t>
            </a:r>
          </a:p>
          <a:p xmlns:a="http://schemas.openxmlformats.org/drawingml/2006/main">
            <a:r>
              <a:t/>
            </a:r>
          </a:p>
          <a:p xmlns:a="http://schemas.openxmlformats.org/drawingml/2006/main">
            <a:r>
              <a:t>[CLICK → reveal: “Entrust the same teaching to faithful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 “The things which you have heard from me among many witnesses, commit the same things to faithful men who will be able to teach others also.”</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Notice the people in that sentence: Paul, Timothy, faithful teachers, and the people those teachers will teach.</a:t>
            </a:r>
          </a:p>
          <a:p xmlns:a="http://schemas.openxmlformats.org/drawingml/2006/main">
            <a:r>
              <a:t/>
            </a:r>
          </a:p>
          <a:p xmlns:a="http://schemas.openxmlformats.org/drawingml/2006/main">
            <a:r>
              <a:t>Four stages of transmission in a single verse. And what is Timothy to entrust to the next teachers? “The same things.”</a:t>
            </a:r>
          </a:p>
          <a:p xmlns:a="http://schemas.openxmlformats.org/drawingml/2006/main">
            <a:r>
              <a:t/>
            </a:r>
          </a:p>
          <a:p xmlns:a="http://schemas.openxmlformats.org/drawingml/2006/main">
            <a:r>
              <a:t>There is room for careful explanation. Every teacher must work to be understood. But the message being explained has been entrusted to us. We are responsible for what we pass on.</a:t>
            </a:r>
          </a:p>
          <a:p xmlns:a="http://schemas.openxmlformats.org/drawingml/2006/main">
            <a:r>
              <a:t/>
            </a:r>
          </a:p>
          <a:p xmlns:a="http://schemas.openxmlformats.org/drawingml/2006/main">
            <a:r>
              <a:t>What remains at its center?</a:t>
            </a:r>
          </a:p>
          <a:p xmlns:a="http://schemas.openxmlformats.org/drawingml/2006/main">
            <a:r>
              <a:t/>
            </a:r>
          </a:p>
          <a:p xmlns:a="http://schemas.openxmlformats.org/drawingml/2006/main">
            <a:r>
              <a:t>[CLICK → reveal: “The faith was delivered once for all to the saints”]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Paul tells Timothy in verse 8:</a:t>
            </a:r>
          </a:p>
          <a:p xmlns:a="http://schemas.openxmlformats.org/drawingml/2006/main">
            <a:r>
              <a:t/>
            </a:r>
          </a:p>
          <a:p xmlns:a="http://schemas.openxmlformats.org/drawingml/2006/main">
            <a:r>
              <a:t>&gt; “Remember Jesus Christ, risen from the dead, of the offspring of David, according to my Good News.”</a:t>
            </a:r>
          </a:p>
          <a:p xmlns:a="http://schemas.openxmlformats.org/drawingml/2006/main">
            <a:r>
              <a:t/>
            </a:r>
          </a:p>
          <a:p xmlns:a="http://schemas.openxmlformats.org/drawingml/2006/main">
            <a:r>
              <a:t>There is David again. There is the resurrection again. The promised Christ remains central as the gospel goes forward.</a:t>
            </a:r>
          </a:p>
          <a:p xmlns:a="http://schemas.openxmlformats.org/drawingml/2006/main">
            <a:r>
              <a:t/>
            </a:r>
          </a:p>
          <a:p xmlns:a="http://schemas.openxmlformats.org/drawingml/2006/main">
            <a:r>
              <a:t>Jude likewise urges believers to contend earnestly for the faith “once for all delivered to the saints.” (Jude 3.)</a:t>
            </a:r>
          </a:p>
          <a:p xmlns:a="http://schemas.openxmlformats.org/drawingml/2006/main">
            <a:r>
              <a:t/>
            </a:r>
          </a:p>
          <a:p xmlns:a="http://schemas.openxmlformats.org/drawingml/2006/main">
            <a:r>
              <a:t>[CLICK → reveal: “The promise to the nations now reaches our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in Romans 16:25–26, Paul brings together the proclamation of Jesus Christ, the prophetic Scriptures, the command of the eternal God, and the message made known to all nations for the obedience of faith.</a:t>
            </a:r>
          </a:p>
          <a:p xmlns:a="http://schemas.openxmlformats.org/drawingml/2006/main">
            <a:r>
              <a:t/>
            </a:r>
          </a:p>
          <a:p xmlns:a="http://schemas.openxmlformats.org/drawingml/2006/main">
            <a:r>
              <a:t>The promise to the nations reaches the nations. The testimony concerning Christ is proclaimed so that people will believe.</a:t>
            </a:r>
          </a:p>
          <a:p xmlns:a="http://schemas.openxmlformats.org/drawingml/2006/main">
            <a:r>
              <a:t/>
            </a:r>
          </a:p>
          <a:p xmlns:a="http://schemas.openxmlformats.org/drawingml/2006/main">
            <a:r>
              <a:t>That responsibility now reaches our generation. It reaches this room. What are we receiving—and what are we passing on?</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many voices competing for our trust.</a:t>
            </a:r>
          </a:p>
          <a:p xmlns:a="http://schemas.openxmlformats.org/drawingml/2006/main">
            <a:r>
              <a:t/>
            </a:r>
          </a:p>
          <a:p xmlns:a="http://schemas.openxmlformats.org/drawingml/2006/main">
            <a:r>
              <a:t>Then we listened to the testimony of Scripture. We heard about creation and the God who gives life. We heard His warning about death and the voice that contradicted Him. We saw humanity’s disobedience and its consequences.</a:t>
            </a:r>
          </a:p>
          <a:p xmlns:a="http://schemas.openxmlformats.org/drawingml/2006/main">
            <a:r>
              <a:t/>
            </a:r>
          </a:p>
          <a:p xmlns:a="http://schemas.openxmlformats.org/drawingml/2006/main">
            <a:r>
              <a:t>We followed the promise through Abraham. We listened to Moses, David, and Isaiah. We heard Jesus explain the Scriptures concerning Himself. We heard the apostles proclaim His death for our sins and His resurrection, and charge others to preserve that message.</a:t>
            </a:r>
          </a:p>
          <a:p xmlns:a="http://schemas.openxmlformats.org/drawingml/2006/main">
            <a:r>
              <a:t/>
            </a:r>
          </a:p>
          <a:p xmlns:a="http://schemas.openxmlformats.org/drawingml/2006/main">
            <a:r>
              <a:t>Their agreement matters. But agreement alone does not prove a claim true. People can agree and be mistaken. We should be honest about that.</a:t>
            </a:r>
          </a:p>
          <a:p xmlns:a="http://schemas.openxmlformats.org/drawingml/2006/main">
            <a:r>
              <a:t/>
            </a:r>
          </a:p>
          <a:p xmlns:a="http://schemas.openxmlformats.org/drawingml/2006/main">
            <a:r>
              <a:t>What we have traced is Scripture’s connected testimony: what it claims God promised, how it identifies the fulfillment in Jesus, and what the apostles testify they witnessed. That gives us something substantial to consider. It also shows why Christians receive Scripture as more than another human opinion: its claimed authority is the authority of God speaking.</a:t>
            </a:r>
          </a:p>
          <a:p xmlns:a="http://schemas.openxmlformats.org/drawingml/2006/main">
            <a:r>
              <a:t/>
            </a:r>
          </a:p>
          <a:p xmlns:a="http://schemas.openxmlformats.org/drawingml/2006/main">
            <a:r>
              <a:t>[CLICK → reveal: “Respected teachers can still need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if God has spoken, then my beliefs must answer to His Word. So must the beliefs of my family, my teachers, my church, and the person giving this speech.</a:t>
            </a:r>
          </a:p>
          <a:p xmlns:a="http://schemas.openxmlformats.org/drawingml/2006/main">
            <a:r>
              <a:t/>
            </a:r>
          </a:p>
          <a:p xmlns:a="http://schemas.openxmlformats.org/drawingml/2006/main">
            <a:r>
              <a:t>You should examine what I have said by the passages we have considered.</a:t>
            </a:r>
          </a:p>
          <a:p xmlns:a="http://schemas.openxmlformats.org/drawingml/2006/main">
            <a:r>
              <a:t/>
            </a:r>
          </a:p>
          <a:p xmlns:a="http://schemas.openxmlformats.org/drawingml/2006/main">
            <a:r>
              <a:t>The question is whether we are willing to apply that examination to the ideas we most want to protect.</a:t>
            </a:r>
          </a:p>
          <a:p xmlns:a="http://schemas.openxmlformats.org/drawingml/2006/main">
            <a:r>
              <a:t/>
            </a:r>
          </a:p>
          <a:p xmlns:a="http://schemas.openxmlformats.org/drawingml/2006/main">
            <a:r>
              <a:t>“I have always believed it” tells us how long we have held a conviction. It does not establish whether the conviction is true.</a:t>
            </a:r>
          </a:p>
          <a:p xmlns:a="http://schemas.openxmlformats.org/drawingml/2006/main">
            <a:r>
              <a:t/>
            </a:r>
          </a:p>
          <a:p xmlns:a="http://schemas.openxmlformats.org/drawingml/2006/main">
            <a:r>
              <a:t>[CLICK → reveal: “Our feelings must also be examined”]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“Someone I respect taught me” explains where we learned it. Even someone we respect can need correction.</a:t>
            </a:r>
          </a:p>
          <a:p xmlns:a="http://schemas.openxmlformats.org/drawingml/2006/main">
            <a:r>
              <a:t/>
            </a:r>
          </a:p>
          <a:p xmlns:a="http://schemas.openxmlformats.org/drawingml/2006/main">
            <a:r>
              <a:t>“It feels right” describes our response. Our feelings also need to be examined.</a:t>
            </a:r>
          </a:p>
          <a:p xmlns:a="http://schemas.openxmlformats.org/drawingml/2006/main">
            <a:r>
              <a:t/>
            </a:r>
          </a:p>
          <a:p xmlns:a="http://schemas.openxmlformats.org/drawingml/2006/main">
            <a:r>
              <a:t>That examination can be uncomfortable. Sometimes changing our minds means admitting that we defended something we had never studied very carefully. Sometimes it means letting go of an idea we inherited from people we love.</a:t>
            </a:r>
          </a:p>
          <a:p xmlns:a="http://schemas.openxmlformats.org/drawingml/2006/main">
            <a:r>
              <a:t/>
            </a:r>
          </a:p>
          <a:p xmlns:a="http://schemas.openxmlformats.org/drawingml/2006/main">
            <a:r>
              <a:t>But we can love those people and still examine what they taught us. We can acknowledge that we were mistaken and be grateful to learn what is true.</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here is a practical place to begin. Take one belief you hold about God, salvation, or life after death. Ask yourself: Where did I learn this? What does Scripture actually say? Have I read the passage in its context? Would I accept its teaching if it required me to change my mind?</a:t>
            </a:r>
          </a:p>
          <a:p xmlns:a="http://schemas.openxmlformats.org/drawingml/2006/main">
            <a:r>
              <a:t/>
            </a:r>
          </a:p>
          <a:p xmlns:a="http://schemas.openxmlformats.org/drawingml/2006/main">
            <a:r>
              <a:t>And keep the purpose of that examination before you. Jesus warned that people could search the Scriptures and still refuse to come to Him for life.</a:t>
            </a:r>
          </a:p>
          <a:p xmlns:a="http://schemas.openxmlformats.org/drawingml/2006/main">
            <a:r>
              <a:t/>
            </a:r>
          </a:p>
          <a:p xmlns:a="http://schemas.openxmlformats.org/drawingml/2006/main">
            <a:r>
              <a:t>The message we have traced brings us to Him: the One who died for our sins and rose from the dead. Through Him, forgiveness is proclaimed. Through Him, reconciliation is received. In Him, God’s promise of blessing reaches the nations.</a:t>
            </a:r>
          </a:p>
          <a:p xmlns:a="http://schemas.openxmlformats.org/drawingml/2006/main">
            <a:r>
              <a:t/>
            </a:r>
          </a:p>
          <a:p xmlns:a="http://schemas.openxmlformats.org/drawingml/2006/main">
            <a:r>
              <a:t>[CLICK → reveal: “Welcome correction when Scripture requires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the invitation at the end of Scripture still speaks with wonderful simplicity:</a:t>
            </a:r>
          </a:p>
          <a:p xmlns:a="http://schemas.openxmlformats.org/drawingml/2006/main">
            <a:r>
              <a:t/>
            </a:r>
          </a:p>
          <a:p xmlns:a="http://schemas.openxmlformats.org/drawingml/2006/main">
            <a:r>
              <a:t>&gt; “He who is thirsty, let him come. He who desires, let him take the water of life freely.”</a:t>
            </a:r>
          </a:p>
          <a:p xmlns:a="http://schemas.openxmlformats.org/drawingml/2006/main">
            <a:r>
              <a:t/>
            </a:r>
          </a:p>
          <a:p xmlns:a="http://schemas.openxmlformats.org/drawingml/2006/main">
            <a:r>
              <a:t>*[Pause.]*</a:t>
            </a:r>
          </a:p>
          <a:p xmlns:a="http://schemas.openxmlformats.org/drawingml/2006/main">
            <a:r>
              <a:t/>
            </a:r>
          </a:p>
          <a:p xmlns:a="http://schemas.openxmlformats.org/drawingml/2006/main">
            <a:r>
              <a:t>[CLICK → reveal: “Trust the One who died for our sins and rose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opening the Bible tomorrow morning and discovering that something you have believed for twenty years is wrong.</a:t>
            </a:r>
          </a:p>
          <a:p xmlns:a="http://schemas.openxmlformats.org/drawingml/2006/main">
            <a:r>
              <a:t/>
            </a:r>
          </a:p>
          <a:p xmlns:a="http://schemas.openxmlformats.org/drawingml/2006/main">
            <a:r>
              <a:t>That could be the beginning of a very good day.</a:t>
            </a:r>
          </a:p>
          <a:p xmlns:a="http://schemas.openxmlformats.org/drawingml/2006/main">
            <a:r>
              <a:t/>
            </a:r>
          </a:p>
          <a:p xmlns:a="http://schemas.openxmlformats.org/drawingml/2006/main">
            <a:r>
              <a:t>You could put down the burden of defending it. You could receive the correction. You could come to know Christ more clearly and trust Him more fully.</a:t>
            </a:r>
          </a:p>
          <a:p xmlns:a="http://schemas.openxmlformats.org/drawingml/2006/main">
            <a:r>
              <a:t/>
            </a:r>
          </a:p>
          <a:p xmlns:a="http://schemas.openxmlformats.org/drawingml/2006/main">
            <a:r>
              <a:t>[CLICK → reveal: “Take the water of life freely”]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Many books. One message. Jesus Christ at its center.</a:t>
            </a:r>
          </a:p>
          <a:p xmlns:a="http://schemas.openxmlformats.org/drawingml/2006/main">
            <a:r>
              <a:t/>
            </a:r>
          </a:p>
          <a:p xmlns:a="http://schemas.openxmlformats.org/drawingml/2006/main">
            <a:r>
              <a:t>Will we trust His testimony—and allow His Word to change our minds?</a:t>
            </a:r>
          </a:p>
          <a:p xmlns:a="http://schemas.openxmlformats.org/drawingml/2006/main">
            <a:r>
              <a:t/>
            </a:r>
          </a:p>
          <a:p xmlns:a="http://schemas.openxmlformats.org/drawingml/2006/main">
            <a:r>
              <a:t>[CLICK → advance to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4453af479044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8078f452b446ce" /><Relationship Type="http://schemas.openxmlformats.org/officeDocument/2006/relationships/slideLayout" Target="/ppt/slideLayouts/slideLayout1.xml" Id="R2da280743f2b47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a280743f2b47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419cf8604d452c" /><Relationship Type="http://schemas.openxmlformats.org/officeDocument/2006/relationships/image" Target="/ppt/media/image.jpeg" Id="R59a335eb5b374062" /><Relationship Type="http://schemas.openxmlformats.org/officeDocument/2006/relationships/notesSlide" Target="/ppt/notesSlides/notesSlide1.xml" Id="R37543bb69dc844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0090b02c1b4877" /><Relationship Type="http://schemas.openxmlformats.org/officeDocument/2006/relationships/image" Target="/ppt/media/image2.jpeg" Id="R17aa73ffe88342d5" /><Relationship Type="http://schemas.openxmlformats.org/officeDocument/2006/relationships/notesSlide" Target="/ppt/notesSlides/notesSlide2.xml" Id="Rc19dac738034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d2da94632842bc" /><Relationship Type="http://schemas.openxmlformats.org/officeDocument/2006/relationships/image" Target="/ppt/media/image3.jpeg" Id="Rb45dea27217b4cbe" /><Relationship Type="http://schemas.openxmlformats.org/officeDocument/2006/relationships/notesSlide" Target="/ppt/notesSlides/notesSlide3.xml" Id="R6ab87e40705f4e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b8bf9fa0b34fad" /><Relationship Type="http://schemas.openxmlformats.org/officeDocument/2006/relationships/image" Target="/ppt/media/image4.jpeg" Id="Rdab54ef8f34247a7" /><Relationship Type="http://schemas.openxmlformats.org/officeDocument/2006/relationships/notesSlide" Target="/ppt/notesSlides/notesSlide4.xml" Id="Rba112560268340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6006ee8ada4112" /><Relationship Type="http://schemas.openxmlformats.org/officeDocument/2006/relationships/image" Target="/ppt/media/image5.jpeg" Id="R14b88beba82e467d" /><Relationship Type="http://schemas.openxmlformats.org/officeDocument/2006/relationships/notesSlide" Target="/ppt/notesSlides/notesSlide5.xml" Id="Rba77dd11571c46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7a4234b365460b" /><Relationship Type="http://schemas.openxmlformats.org/officeDocument/2006/relationships/image" Target="/ppt/media/image6.jpeg" Id="R850ad56ac1794407" /><Relationship Type="http://schemas.openxmlformats.org/officeDocument/2006/relationships/notesSlide" Target="/ppt/notesSlides/notesSlide6.xml" Id="R0cbe4842fc7a45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b8334dfbae46ae" /><Relationship Type="http://schemas.openxmlformats.org/officeDocument/2006/relationships/image" Target="/ppt/media/image7.jpeg" Id="R838601040c2347f5" /><Relationship Type="http://schemas.openxmlformats.org/officeDocument/2006/relationships/notesSlide" Target="/ppt/notesSlides/notesSlide7.xml" Id="Rfdeb5a6c21c648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dfa853759e450f" /><Relationship Type="http://schemas.openxmlformats.org/officeDocument/2006/relationships/image" Target="/ppt/media/image8.jpeg" Id="Rb1c5ab0a9a304d2b" /><Relationship Type="http://schemas.openxmlformats.org/officeDocument/2006/relationships/notesSlide" Target="/ppt/notesSlides/notesSlide8.xml" Id="R1907655e50344b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ff5db7b31d4888" /><Relationship Type="http://schemas.openxmlformats.org/officeDocument/2006/relationships/image" Target="/ppt/media/image9.jpeg" Id="Rb4273165046f4a4e" /><Relationship Type="http://schemas.openxmlformats.org/officeDocument/2006/relationships/notesSlide" Target="/ppt/notesSlides/notesSlide9.xml" Id="R68f5f148419744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9128d9a4294d09" /><Relationship Type="http://schemas.openxmlformats.org/officeDocument/2006/relationships/image" Target="/ppt/media/image10.jpeg" Id="R3a387eee18f04888" /><Relationship Type="http://schemas.openxmlformats.org/officeDocument/2006/relationships/notesSlide" Target="/ppt/notesSlides/notesSlide10.xml" Id="R114f24a52e4a41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a26b57c71b44e9" /><Relationship Type="http://schemas.openxmlformats.org/officeDocument/2006/relationships/image" Target="/ppt/media/image11.jpeg" Id="R57f8960dbc074744" /><Relationship Type="http://schemas.openxmlformats.org/officeDocument/2006/relationships/notesSlide" Target="/ppt/notesSlides/notesSlide11.xml" Id="Rf0a3940ab1c14e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cbc5790b76a4f55" /><Relationship Type="http://schemas.openxmlformats.org/officeDocument/2006/relationships/image" Target="/ppt/media/image12.jpeg" Id="R8dfcddbf610446e2" /><Relationship Type="http://schemas.openxmlformats.org/officeDocument/2006/relationships/notesSlide" Target="/ppt/notesSlides/notesSlide12.xml" Id="R34d25bc346d041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83d85147ae84d9f" /><Relationship Type="http://schemas.openxmlformats.org/officeDocument/2006/relationships/image" Target="/ppt/media/image13.jpeg" Id="Re2a0378087c7461e" /><Relationship Type="http://schemas.openxmlformats.org/officeDocument/2006/relationships/notesSlide" Target="/ppt/notesSlides/notesSlide13.xml" Id="Rb9fe3888abec44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a2dfc187ea4c4a" /><Relationship Type="http://schemas.openxmlformats.org/officeDocument/2006/relationships/image" Target="/ppt/media/image14.jpeg" Id="Rd42e19554b9146ca" /><Relationship Type="http://schemas.openxmlformats.org/officeDocument/2006/relationships/notesSlide" Target="/ppt/notesSlides/notesSlide14.xml" Id="R7f9a018f7daf48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7ac50610cce4664" /><Relationship Type="http://schemas.openxmlformats.org/officeDocument/2006/relationships/image" Target="/ppt/media/image15.jpeg" Id="R480a42446494478d" /><Relationship Type="http://schemas.openxmlformats.org/officeDocument/2006/relationships/notesSlide" Target="/ppt/notesSlides/notesSlide15.xml" Id="Rbb5563633d2146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3f492532264191" /><Relationship Type="http://schemas.openxmlformats.org/officeDocument/2006/relationships/image" Target="/ppt/media/image16.jpeg" Id="Rad2bd70bf19a4677" /><Relationship Type="http://schemas.openxmlformats.org/officeDocument/2006/relationships/notesSlide" Target="/ppt/notesSlides/notesSlide16.xml" Id="R86c578ec82b14b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d31c4f4c6fc4368" /><Relationship Type="http://schemas.openxmlformats.org/officeDocument/2006/relationships/image" Target="/ppt/media/image17.jpeg" Id="R14e03b52fd8e4dbb" /><Relationship Type="http://schemas.openxmlformats.org/officeDocument/2006/relationships/notesSlide" Target="/ppt/notesSlides/notesSlide17.xml" Id="R08c206214b4743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29fb62b95054b39" /><Relationship Type="http://schemas.openxmlformats.org/officeDocument/2006/relationships/image" Target="/ppt/media/image18.jpeg" Id="Rf171f6221b0d4c86" /><Relationship Type="http://schemas.openxmlformats.org/officeDocument/2006/relationships/notesSlide" Target="/ppt/notesSlides/notesSlide18.xml" Id="Rbca45228f1bc4e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0a8b140f1ce435a" /><Relationship Type="http://schemas.openxmlformats.org/officeDocument/2006/relationships/image" Target="/ppt/media/image19.jpeg" Id="R3d9b3798b3ce4931" /><Relationship Type="http://schemas.openxmlformats.org/officeDocument/2006/relationships/notesSlide" Target="/ppt/notesSlides/notesSlide19.xml" Id="R54f198bce97140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13a92a6c76c42c2" /><Relationship Type="http://schemas.openxmlformats.org/officeDocument/2006/relationships/image" Target="/ppt/media/image20.jpeg" Id="Rda7c1ba8fa784fbb" /><Relationship Type="http://schemas.openxmlformats.org/officeDocument/2006/relationships/notesSlide" Target="/ppt/notesSlides/notesSlide20.xml" Id="Re1f1a8ed13d448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4c76ec4c3c64dc0" /><Relationship Type="http://schemas.openxmlformats.org/officeDocument/2006/relationships/image" Target="/ppt/media/image21.jpeg" Id="Re5e113ef8abf4f33" /><Relationship Type="http://schemas.openxmlformats.org/officeDocument/2006/relationships/notesSlide" Target="/ppt/notesSlides/notesSlide21.xml" Id="R9c8e17a433b84b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c5ca87260ab4a19" /><Relationship Type="http://schemas.openxmlformats.org/officeDocument/2006/relationships/image" Target="/ppt/media/image22.jpeg" Id="R1308c222d6214dcd" /><Relationship Type="http://schemas.openxmlformats.org/officeDocument/2006/relationships/notesSlide" Target="/ppt/notesSlides/notesSlide22.xml" Id="R6b2642abe28748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27f305e7ac14827" /><Relationship Type="http://schemas.openxmlformats.org/officeDocument/2006/relationships/image" Target="/ppt/media/image23.jpeg" Id="R5a06664eacb14c3e" /><Relationship Type="http://schemas.openxmlformats.org/officeDocument/2006/relationships/notesSlide" Target="/ppt/notesSlides/notesSlide23.xml" Id="R5034fc0c2c0744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4e171bb2fc4adc" /><Relationship Type="http://schemas.openxmlformats.org/officeDocument/2006/relationships/image" Target="/ppt/media/image24.jpeg" Id="R60795f785080433b" /><Relationship Type="http://schemas.openxmlformats.org/officeDocument/2006/relationships/notesSlide" Target="/ppt/notesSlides/notesSlide24.xml" Id="R7fa8c08a649843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f15a384ffc4486d" /><Relationship Type="http://schemas.openxmlformats.org/officeDocument/2006/relationships/image" Target="/ppt/media/image25.jpeg" Id="R60b4ab5b55804011" /><Relationship Type="http://schemas.openxmlformats.org/officeDocument/2006/relationships/notesSlide" Target="/ppt/notesSlides/notesSlide25.xml" Id="Rd605942ee7094cb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d5dbc30b3bc478a" /><Relationship Type="http://schemas.openxmlformats.org/officeDocument/2006/relationships/image" Target="/ppt/media/image26.jpeg" Id="Rf818ed06667e4e43" /><Relationship Type="http://schemas.openxmlformats.org/officeDocument/2006/relationships/notesSlide" Target="/ppt/notesSlides/notesSlide26.xml" Id="Rf27c66ab10e4464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02154c167af4c29" /><Relationship Type="http://schemas.openxmlformats.org/officeDocument/2006/relationships/image" Target="/ppt/media/image27.jpeg" Id="R94f09df6501f40d8" /><Relationship Type="http://schemas.openxmlformats.org/officeDocument/2006/relationships/notesSlide" Target="/ppt/notesSlides/notesSlide27.xml" Id="R52d80168b7d54f7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deaafd4efcc4495" /><Relationship Type="http://schemas.openxmlformats.org/officeDocument/2006/relationships/image" Target="/ppt/media/image28.jpeg" Id="R89954ad95e904db7" /><Relationship Type="http://schemas.openxmlformats.org/officeDocument/2006/relationships/notesSlide" Target="/ppt/notesSlides/notesSlide28.xml" Id="R078d18690fe04b4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05a595a21be452c" /><Relationship Type="http://schemas.openxmlformats.org/officeDocument/2006/relationships/image" Target="/ppt/media/image29.jpeg" Id="Re862f6545e694894" /><Relationship Type="http://schemas.openxmlformats.org/officeDocument/2006/relationships/notesSlide" Target="/ppt/notesSlides/notesSlide29.xml" Id="Re1b9da66c4064c9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4a1d023cb914c38" /><Relationship Type="http://schemas.openxmlformats.org/officeDocument/2006/relationships/image" Target="/ppt/media/image30.jpeg" Id="R2f6b154aa9fa48a7" /><Relationship Type="http://schemas.openxmlformats.org/officeDocument/2006/relationships/notesSlide" Target="/ppt/notesSlides/notesSlide30.xml" Id="R2a20f210781d42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e545bf7fabf4267" /><Relationship Type="http://schemas.openxmlformats.org/officeDocument/2006/relationships/image" Target="/ppt/media/image31.jpeg" Id="R8547ef9d5c7442c6" /><Relationship Type="http://schemas.openxmlformats.org/officeDocument/2006/relationships/notesSlide" Target="/ppt/notesSlides/notesSlide31.xml" Id="Ref1cfad71a0242b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bf83da6b725468e" /><Relationship Type="http://schemas.openxmlformats.org/officeDocument/2006/relationships/image" Target="/ppt/media/image32.jpeg" Id="Reed05a3015c44eb2" /><Relationship Type="http://schemas.openxmlformats.org/officeDocument/2006/relationships/notesSlide" Target="/ppt/notesSlides/notesSlide32.xml" Id="R1ee15935ffae4b1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540bde8280c4b84" /><Relationship Type="http://schemas.openxmlformats.org/officeDocument/2006/relationships/image" Target="/ppt/media/image33.jpeg" Id="Rb733db4a86aa425e" /><Relationship Type="http://schemas.openxmlformats.org/officeDocument/2006/relationships/notesSlide" Target="/ppt/notesSlides/notesSlide33.xml" Id="Rc3188c31c54c4b8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8991dad367c48dc" /><Relationship Type="http://schemas.openxmlformats.org/officeDocument/2006/relationships/image" Target="/ppt/media/image34.jpeg" Id="R7b459596aa774199" /><Relationship Type="http://schemas.openxmlformats.org/officeDocument/2006/relationships/notesSlide" Target="/ppt/notesSlides/notesSlide34.xml" Id="Rad161f3fff614a2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07e5c1d13024ad9" /><Relationship Type="http://schemas.openxmlformats.org/officeDocument/2006/relationships/image" Target="/ppt/media/image35.jpeg" Id="Rb5f99695b9ec4e7f" /><Relationship Type="http://schemas.openxmlformats.org/officeDocument/2006/relationships/notesSlide" Target="/ppt/notesSlides/notesSlide35.xml" Id="R857099b740324ae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00b65483608440b" /><Relationship Type="http://schemas.openxmlformats.org/officeDocument/2006/relationships/image" Target="/ppt/media/image36.jpeg" Id="R62026df5c90845f7" /><Relationship Type="http://schemas.openxmlformats.org/officeDocument/2006/relationships/notesSlide" Target="/ppt/notesSlides/notesSlide36.xml" Id="R2c524669deb54d4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4332d4972b2432a" /><Relationship Type="http://schemas.openxmlformats.org/officeDocument/2006/relationships/image" Target="/ppt/media/image37.jpeg" Id="R6997219616464785" /><Relationship Type="http://schemas.openxmlformats.org/officeDocument/2006/relationships/notesSlide" Target="/ppt/notesSlides/notesSlide37.xml" Id="R26ced077a4454d4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3e4edc2600f4208" /><Relationship Type="http://schemas.openxmlformats.org/officeDocument/2006/relationships/image" Target="/ppt/media/image38.jpeg" Id="R05a9d97fea964ea1" /><Relationship Type="http://schemas.openxmlformats.org/officeDocument/2006/relationships/notesSlide" Target="/ppt/notesSlides/notesSlide38.xml" Id="Reb3d1e73892f437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e8fba78b552420a" /><Relationship Type="http://schemas.openxmlformats.org/officeDocument/2006/relationships/image" Target="/ppt/media/image39.jpeg" Id="R3d210f8dbca64b0a" /><Relationship Type="http://schemas.openxmlformats.org/officeDocument/2006/relationships/notesSlide" Target="/ppt/notesSlides/notesSlide39.xml" Id="R71dd59b9170d47d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7ad3060536f4db2" /><Relationship Type="http://schemas.openxmlformats.org/officeDocument/2006/relationships/image" Target="/ppt/media/image40.jpeg" Id="R5016a295b6814146" /><Relationship Type="http://schemas.openxmlformats.org/officeDocument/2006/relationships/notesSlide" Target="/ppt/notesSlides/notesSlide40.xml" Id="R31b144df9b6b48c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499ea17f06c41c3" /><Relationship Type="http://schemas.openxmlformats.org/officeDocument/2006/relationships/image" Target="/ppt/media/image41.jpeg" Id="Raae2fbf1b00446e5" /><Relationship Type="http://schemas.openxmlformats.org/officeDocument/2006/relationships/notesSlide" Target="/ppt/notesSlides/notesSlide41.xml" Id="Re73adc664e6b4fc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8a7556724b64063" /><Relationship Type="http://schemas.openxmlformats.org/officeDocument/2006/relationships/image" Target="/ppt/media/image42.jpeg" Id="Re985f754e1ce4e2c" /><Relationship Type="http://schemas.openxmlformats.org/officeDocument/2006/relationships/notesSlide" Target="/ppt/notesSlides/notesSlide42.xml" Id="Re4bbb11b2eee4ee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4542b35d3b54c55" /><Relationship Type="http://schemas.openxmlformats.org/officeDocument/2006/relationships/image" Target="/ppt/media/image43.jpeg" Id="R62bf8591c10e4eaf" /><Relationship Type="http://schemas.openxmlformats.org/officeDocument/2006/relationships/notesSlide" Target="/ppt/notesSlides/notesSlide43.xml" Id="Rb95e7ac0640a468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ccf70d0f8f1474f" /><Relationship Type="http://schemas.openxmlformats.org/officeDocument/2006/relationships/image" Target="/ppt/media/image44.jpeg" Id="R78c820907661480c" /><Relationship Type="http://schemas.openxmlformats.org/officeDocument/2006/relationships/notesSlide" Target="/ppt/notesSlides/notesSlide44.xml" Id="Ra116fc1e016c42c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f2d9f7aa35a4eef" /><Relationship Type="http://schemas.openxmlformats.org/officeDocument/2006/relationships/image" Target="/ppt/media/image45.jpeg" Id="Ra119581901dd44f1" /><Relationship Type="http://schemas.openxmlformats.org/officeDocument/2006/relationships/notesSlide" Target="/ppt/notesSlides/notesSlide45.xml" Id="Rae9888a2866b434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01bed93c8484859" /><Relationship Type="http://schemas.openxmlformats.org/officeDocument/2006/relationships/image" Target="/ppt/media/image46.jpeg" Id="Re2c6359bcc864df9" /><Relationship Type="http://schemas.openxmlformats.org/officeDocument/2006/relationships/notesSlide" Target="/ppt/notesSlides/notesSlide46.xml" Id="R112857d00fe4429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cdb1ae8021a4539" /><Relationship Type="http://schemas.openxmlformats.org/officeDocument/2006/relationships/image" Target="/ppt/media/image47.jpeg" Id="Rc971d92cfc7e4653" /><Relationship Type="http://schemas.openxmlformats.org/officeDocument/2006/relationships/notesSlide" Target="/ppt/notesSlides/notesSlide47.xml" Id="R14230241dbc541b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4cab5c1183843d8" /><Relationship Type="http://schemas.openxmlformats.org/officeDocument/2006/relationships/image" Target="/ppt/media/image48.jpeg" Id="Rb5bdc98715604f4d" /><Relationship Type="http://schemas.openxmlformats.org/officeDocument/2006/relationships/notesSlide" Target="/ppt/notesSlides/notesSlide48.xml" Id="R6f3702b9bc864a7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c1720d7709b4788" /><Relationship Type="http://schemas.openxmlformats.org/officeDocument/2006/relationships/image" Target="/ppt/media/image49.jpeg" Id="R39a100e93a284029" /><Relationship Type="http://schemas.openxmlformats.org/officeDocument/2006/relationships/notesSlide" Target="/ppt/notesSlides/notesSlide49.xml" Id="R9d744ea3d037400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9f3de5470e74369" /><Relationship Type="http://schemas.openxmlformats.org/officeDocument/2006/relationships/image" Target="/ppt/media/image50.jpeg" Id="Rcb39df02e8414460" /><Relationship Type="http://schemas.openxmlformats.org/officeDocument/2006/relationships/notesSlide" Target="/ppt/notesSlides/notesSlide50.xml" Id="Rfb9a73ed48bc492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53eca759a0147c5" /><Relationship Type="http://schemas.openxmlformats.org/officeDocument/2006/relationships/image" Target="/ppt/media/image51.jpeg" Id="Rf65a665ae13b4a36" /><Relationship Type="http://schemas.openxmlformats.org/officeDocument/2006/relationships/notesSlide" Target="/ppt/notesSlides/notesSlide51.xml" Id="R593b01e617464e4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3149b780790481e" /><Relationship Type="http://schemas.openxmlformats.org/officeDocument/2006/relationships/image" Target="/ppt/media/image52.jpeg" Id="Rc74da989a0714a17" /><Relationship Type="http://schemas.openxmlformats.org/officeDocument/2006/relationships/notesSlide" Target="/ppt/notesSlides/notesSlide52.xml" Id="R54c3af6d124f426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f0dd044452c422f" /><Relationship Type="http://schemas.openxmlformats.org/officeDocument/2006/relationships/image" Target="/ppt/media/image53.jpeg" Id="Rabe0187b2e8548e0" /><Relationship Type="http://schemas.openxmlformats.org/officeDocument/2006/relationships/notesSlide" Target="/ppt/notesSlides/notesSlide53.xml" Id="R85f32ed1cc4c4c1f" /></Relationships>
</file>

<file path=ppt/slides/slide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9a335eb5b374062"/>
          <a:srcRect xmlns:a="http://schemas.openxmlformats.org/drawingml/2006/main" l="0" t="28906" r="0" b="2890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 contrast overlay">
            <a:extLst xmlns:a="http://schemas.openxmlformats.org/drawingml/2006/main">
              <a:ext uri="{FF2B5EF4-FFF2-40B4-BE49-F238E27FC236}">
                <a16:creationId xmlns:a16="http://schemas.microsoft.com/office/drawing/2014/main" id="{CF8C1D9A-A436-404D-BFF3-D65599F0DE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C">
              <a:alpha val="58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01280D-14FC-4FC0-B27D-ABA8CA178291}"/>
              </a:ext>
            </a:extLst>
          </p:cNvPr>
          <p:cNvSpPr>
            <a:spLocks xmlns:a="http://schemas.openxmlformats.org/drawingml/2006/main" noGrp="1"/>
          </p:cNvSpPr>
          <p:nvPr/>
        </p:nvSpPr>
        <p:spPr>
          <a:xfrm xmlns:a="http://schemas.openxmlformats.org/drawingml/2006/main">
            <a:off x="762000" y="1428750"/>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5F0E8"/>
                </a:solidFill>
                <a:latin typeface="Helvetica Neue"/>
                <a:ea typeface="Helvetica Neue"/>
                <a:cs typeface="Helvetica Neue"/>
              </a:defRPr>
            </a:pPr>
            <a:r>
              <a:rPr sz="5250" b="1">
                <a:solidFill>
                  <a:srgbClr val="F5F0E8"/>
                </a:solidFill>
                <a:latin typeface="Helvetica Neue"/>
                <a:ea typeface="Helvetica Neue"/>
                <a:cs typeface="Helvetica Neue"/>
              </a:rPr>
              <a:t>The Message Has Always Been One</a:t>
            </a:r>
          </a:p>
        </p:txBody>
      </p:sp>
      <p:sp>
        <p:nvSpPr>
          <p:cNvPr id="4" name="">
            <a:extLst xmlns:a="http://schemas.openxmlformats.org/drawingml/2006/main">
              <a:ext uri="{FF2B5EF4-FFF2-40B4-BE49-F238E27FC236}">
                <a16:creationId xmlns:a16="http://schemas.microsoft.com/office/drawing/2014/main" id="{0B96005B-4689-42BD-B3F8-B8A002CEF521}"/>
              </a:ext>
            </a:extLst>
          </p:cNvPr>
          <p:cNvSpPr>
            <a:spLocks xmlns:a="http://schemas.openxmlformats.org/drawingml/2006/main" noGrp="1"/>
          </p:cNvSpPr>
          <p:nvPr/>
        </p:nvSpPr>
        <p:spPr>
          <a:xfrm xmlns:a="http://schemas.openxmlformats.org/drawingml/2006/main">
            <a:off x="800100" y="3762375"/>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a:solidFill>
                  <a:srgbClr val="F5F0E8"/>
                </a:solidFill>
                <a:latin typeface="Helvetica Neue"/>
                <a:ea typeface="Helvetica Neue"/>
                <a:cs typeface="Helvetica Neue"/>
              </a:defRPr>
            </a:pPr>
            <a:r>
              <a:rPr sz="3150">
                <a:solidFill>
                  <a:srgbClr val="F5F0E8"/>
                </a:solidFill>
                <a:latin typeface="Helvetica Neue"/>
                <a:ea typeface="Helvetica Neue"/>
                <a:cs typeface="Helvetica Neue"/>
              </a:rPr>
              <a:t>Jesus Christ at the center</a:t>
            </a:r>
          </a:p>
        </p:txBody>
      </p:sp>
      <p:sp>
        <p:nvSpPr>
          <p:cNvPr id="5" name="">
            <a:extLst xmlns:a="http://schemas.openxmlformats.org/drawingml/2006/main">
              <a:ext uri="{FF2B5EF4-FFF2-40B4-BE49-F238E27FC236}">
                <a16:creationId xmlns:a16="http://schemas.microsoft.com/office/drawing/2014/main" id="{37EED7C3-C2D0-4DD4-9835-F1B91A965EF3}"/>
              </a:ext>
            </a:extLst>
          </p:cNvPr>
          <p:cNvSpPr>
            <a:spLocks xmlns:a="http://schemas.openxmlformats.org/drawingml/2006/main" noGrp="1"/>
          </p:cNvSpPr>
          <p:nvPr/>
        </p:nvSpPr>
        <p:spPr>
          <a:xfrm xmlns:a="http://schemas.openxmlformats.org/drawingml/2006/main">
            <a:off x="800100" y="4686300"/>
            <a:ext cx="114300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Tree>
    <p:extLst>
      <p:ext uri="{BB962C8B-B14F-4D97-AF65-F5344CB8AC3E}">
        <p14:creationId xmlns:p14="http://schemas.microsoft.com/office/powerpoint/2010/main" val="1612524187"/>
      </p:ext>
    </p:extLst>
  </p:cSld>
</p:sld>
</file>

<file path=ppt/slides/slide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aa73ffe88342d5"/>
          <a:srcRect xmlns:a="http://schemas.openxmlformats.org/drawingml/2006/main" l="0" t="8612" r="0" b="8612"/>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1AEF72-03CD-4D8B-A84B-D04E5EE46D5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Which voice has authority?</a:t>
            </a:r>
          </a:p>
        </p:txBody>
      </p:sp>
      <p:sp>
        <p:nvSpPr>
          <p:cNvPr id="3" name="">
            <a:extLst xmlns:a="http://schemas.openxmlformats.org/drawingml/2006/main">
              <a:ext uri="{FF2B5EF4-FFF2-40B4-BE49-F238E27FC236}">
                <a16:creationId xmlns:a16="http://schemas.microsoft.com/office/drawing/2014/main" id="{F684F0EE-D9AB-4FAD-B76B-BDC0468212E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F94ECA-1BCB-45A7-B7BB-239FC7A12EE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Confident answers still need a foundation</a:t>
            </a:r>
          </a:p>
        </p:txBody>
      </p:sp>
      <p:sp>
        <p:nvSpPr>
          <p:cNvPr id="5" name="">
            <a:extLst xmlns:a="http://schemas.openxmlformats.org/drawingml/2006/main">
              <a:ext uri="{FF2B5EF4-FFF2-40B4-BE49-F238E27FC236}">
                <a16:creationId xmlns:a16="http://schemas.microsoft.com/office/drawing/2014/main" id="{15A22E26-464D-4CB8-B7C3-44475BD9B3F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1429774411"/>
      </p:ext>
    </p:extLst>
  </p:cSld>
</p:sld>
</file>

<file path=ppt/slides/slide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45dea27217b4cbe"/>
          <a:srcRect xmlns:a="http://schemas.openxmlformats.org/drawingml/2006/main" l="0" t="8612" r="0" b="8612"/>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4FA1C9-5627-42DD-85E0-F4381F1E2B94}"/>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Which voice has authority?</a:t>
            </a:r>
          </a:p>
        </p:txBody>
      </p:sp>
      <p:sp>
        <p:nvSpPr>
          <p:cNvPr id="3" name="">
            <a:extLst xmlns:a="http://schemas.openxmlformats.org/drawingml/2006/main">
              <a:ext uri="{FF2B5EF4-FFF2-40B4-BE49-F238E27FC236}">
                <a16:creationId xmlns:a16="http://schemas.microsoft.com/office/drawing/2014/main" id="{6B3DD13E-27FE-45AD-8EB6-DF794D11463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6A85F1-9FB8-4B94-BBAD-61F2188F3B56}"/>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Confident answers still need a foundation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Familiarity, sincerity, and offense cannot make a belief true</a:t>
            </a:r>
          </a:p>
        </p:txBody>
      </p:sp>
      <p:sp>
        <p:nvSpPr>
          <p:cNvPr id="5" name="">
            <a:extLst xmlns:a="http://schemas.openxmlformats.org/drawingml/2006/main">
              <a:ext uri="{FF2B5EF4-FFF2-40B4-BE49-F238E27FC236}">
                <a16:creationId xmlns:a16="http://schemas.microsoft.com/office/drawing/2014/main" id="{14EE55ED-8528-4EB2-9B98-C081C5FC125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1238427897"/>
      </p:ext>
    </p:extLst>
  </p:cSld>
</p:sld>
</file>

<file path=ppt/slides/slide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ab54ef8f34247a7"/>
          <a:srcRect xmlns:a="http://schemas.openxmlformats.org/drawingml/2006/main" l="0" t="8612" r="0" b="8612"/>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BC959D-B806-4829-943A-DB792927A29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Which voice has authority?</a:t>
            </a:r>
          </a:p>
        </p:txBody>
      </p:sp>
      <p:sp>
        <p:nvSpPr>
          <p:cNvPr id="3" name="">
            <a:extLst xmlns:a="http://schemas.openxmlformats.org/drawingml/2006/main">
              <a:ext uri="{FF2B5EF4-FFF2-40B4-BE49-F238E27FC236}">
                <a16:creationId xmlns:a16="http://schemas.microsoft.com/office/drawing/2014/main" id="{039F9114-C7A1-4B6F-8F65-AF4A97F9BA2C}"/>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8EA7A0-0755-4940-8817-3A8AC9CB8A8B}"/>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Confident answers still need a foundation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Familiarity, sincerity, and offense cannot make a belief true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If God’s Word challenges me, am I willing to be corrected?</a:t>
            </a:r>
          </a:p>
        </p:txBody>
      </p:sp>
      <p:sp>
        <p:nvSpPr>
          <p:cNvPr id="5" name="">
            <a:extLst xmlns:a="http://schemas.openxmlformats.org/drawingml/2006/main">
              <a:ext uri="{FF2B5EF4-FFF2-40B4-BE49-F238E27FC236}">
                <a16:creationId xmlns:a16="http://schemas.microsoft.com/office/drawing/2014/main" id="{BAD26C1A-9C65-4151-AA62-385D9E55FFAA}"/>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02</a:t>
            </a:r>
          </a:p>
        </p:txBody>
      </p:sp>
    </p:spTree>
    <p:extLst>
      <p:ext uri="{BB962C8B-B14F-4D97-AF65-F5344CB8AC3E}">
        <p14:creationId xmlns:p14="http://schemas.microsoft.com/office/powerpoint/2010/main" val="1939337694"/>
      </p:ext>
    </p:extLst>
  </p:cSld>
</p:sld>
</file>

<file path=ppt/slides/slide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4b88beba82e467d"/>
          <a:srcRect xmlns:a="http://schemas.openxmlformats.org/drawingml/2006/main" l="0" t="8673" r="0" b="8673"/>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652F65-B7D3-4DC0-82F0-3043263B8F2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Scriptures testify about Christ</a:t>
            </a:r>
          </a:p>
        </p:txBody>
      </p:sp>
      <p:sp>
        <p:nvSpPr>
          <p:cNvPr id="3" name="">
            <a:extLst xmlns:a="http://schemas.openxmlformats.org/drawingml/2006/main">
              <a:ext uri="{FF2B5EF4-FFF2-40B4-BE49-F238E27FC236}">
                <a16:creationId xmlns:a16="http://schemas.microsoft.com/office/drawing/2014/main" id="{86D82A1D-BFA2-4015-8541-AEBBE591460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C9BCB2-D675-4DAE-8402-DEE696DC7FA9}"/>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spoke through the prophets and through His Son</a:t>
            </a:r>
          </a:p>
        </p:txBody>
      </p:sp>
      <p:sp>
        <p:nvSpPr>
          <p:cNvPr id="5" name="">
            <a:extLst xmlns:a="http://schemas.openxmlformats.org/drawingml/2006/main">
              <a:ext uri="{FF2B5EF4-FFF2-40B4-BE49-F238E27FC236}">
                <a16:creationId xmlns:a16="http://schemas.microsoft.com/office/drawing/2014/main" id="{79C4985F-BA65-4061-BD85-BB14C16271E3}"/>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1947898779"/>
      </p:ext>
    </p:extLst>
  </p:cSld>
</p:sld>
</file>

<file path=ppt/slides/slide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50ad56ac1794407"/>
          <a:srcRect xmlns:a="http://schemas.openxmlformats.org/drawingml/2006/main" l="0" t="8673" r="0" b="8673"/>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C4346C-7656-416F-ABBB-0A25D85A61CC}"/>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Scriptures testify about Christ</a:t>
            </a:r>
          </a:p>
        </p:txBody>
      </p:sp>
      <p:sp>
        <p:nvSpPr>
          <p:cNvPr id="3" name="">
            <a:extLst xmlns:a="http://schemas.openxmlformats.org/drawingml/2006/main">
              <a:ext uri="{FF2B5EF4-FFF2-40B4-BE49-F238E27FC236}">
                <a16:creationId xmlns:a16="http://schemas.microsoft.com/office/drawing/2014/main" id="{5D3856E8-B770-4B11-A60D-217F9860ACD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760CF9-C060-44B9-A4C1-CE6E2020480D}"/>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spoke through the prophets and through His Son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says the Scriptures testify about Him</a:t>
            </a:r>
          </a:p>
        </p:txBody>
      </p:sp>
      <p:sp>
        <p:nvSpPr>
          <p:cNvPr id="5" name="">
            <a:extLst xmlns:a="http://schemas.openxmlformats.org/drawingml/2006/main">
              <a:ext uri="{FF2B5EF4-FFF2-40B4-BE49-F238E27FC236}">
                <a16:creationId xmlns:a16="http://schemas.microsoft.com/office/drawing/2014/main" id="{9F1A8070-31F1-49F3-A38E-09399EE1D47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198309144"/>
      </p:ext>
    </p:extLst>
  </p:cSld>
</p:sld>
</file>

<file path=ppt/slides/slide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38601040c2347f5"/>
          <a:srcRect xmlns:a="http://schemas.openxmlformats.org/drawingml/2006/main" l="0" t="8673" r="0" b="8673"/>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FB98FE-86D4-410A-8924-098D532BFFB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Scriptures testify about Christ</a:t>
            </a:r>
          </a:p>
        </p:txBody>
      </p:sp>
      <p:sp>
        <p:nvSpPr>
          <p:cNvPr id="3" name="">
            <a:extLst xmlns:a="http://schemas.openxmlformats.org/drawingml/2006/main">
              <a:ext uri="{FF2B5EF4-FFF2-40B4-BE49-F238E27FC236}">
                <a16:creationId xmlns:a16="http://schemas.microsoft.com/office/drawing/2014/main" id="{F40DA326-7945-41C1-BFA7-BABC054871A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730093-B7A3-4CE2-886E-FFEE73F4DB9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spoke through the prophets and through His Son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says the Scriptures testify about Him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Knowledge of the words must lead us to Christ for life</a:t>
            </a:r>
          </a:p>
        </p:txBody>
      </p:sp>
      <p:sp>
        <p:nvSpPr>
          <p:cNvPr id="5" name="">
            <a:extLst xmlns:a="http://schemas.openxmlformats.org/drawingml/2006/main">
              <a:ext uri="{FF2B5EF4-FFF2-40B4-BE49-F238E27FC236}">
                <a16:creationId xmlns:a16="http://schemas.microsoft.com/office/drawing/2014/main" id="{AB5B2938-B199-4316-9798-57795DE4D45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03</a:t>
            </a:r>
          </a:p>
        </p:txBody>
      </p:sp>
    </p:spTree>
    <p:extLst>
      <p:ext uri="{BB962C8B-B14F-4D97-AF65-F5344CB8AC3E}">
        <p14:creationId xmlns:p14="http://schemas.microsoft.com/office/powerpoint/2010/main" val="1987435538"/>
      </p:ext>
    </p:extLst>
  </p:cSld>
</p:sld>
</file>

<file path=ppt/slides/slide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1c5ab0a9a304d2b"/>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D19AE4-1478-45C8-9318-B88969BF1B7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and receive life</a:t>
            </a:r>
          </a:p>
        </p:txBody>
      </p:sp>
      <p:sp>
        <p:nvSpPr>
          <p:cNvPr id="3" name="">
            <a:extLst xmlns:a="http://schemas.openxmlformats.org/drawingml/2006/main">
              <a:ext uri="{FF2B5EF4-FFF2-40B4-BE49-F238E27FC236}">
                <a16:creationId xmlns:a16="http://schemas.microsoft.com/office/drawing/2014/main" id="{18CFD412-A150-44F4-84BE-21CC26DD6D7C}"/>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3BCD6B-5C33-47BB-A077-8133B6B70E5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is the root and offspring of David</a:t>
            </a:r>
          </a:p>
        </p:txBody>
      </p:sp>
      <p:sp>
        <p:nvSpPr>
          <p:cNvPr id="5" name="">
            <a:extLst xmlns:a="http://schemas.openxmlformats.org/drawingml/2006/main">
              <a:ext uri="{FF2B5EF4-FFF2-40B4-BE49-F238E27FC236}">
                <a16:creationId xmlns:a16="http://schemas.microsoft.com/office/drawing/2014/main" id="{EC726151-D0C5-425A-9CB7-65041F22DF4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744107171"/>
      </p:ext>
    </p:extLst>
  </p:cSld>
</p:sld>
</file>

<file path=ppt/slides/slide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4273165046f4a4e"/>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0937AD-2F95-484A-9371-BC8C68D643EF}"/>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and receive life</a:t>
            </a:r>
          </a:p>
        </p:txBody>
      </p:sp>
      <p:sp>
        <p:nvSpPr>
          <p:cNvPr id="3" name="">
            <a:extLst xmlns:a="http://schemas.openxmlformats.org/drawingml/2006/main">
              <a:ext uri="{FF2B5EF4-FFF2-40B4-BE49-F238E27FC236}">
                <a16:creationId xmlns:a16="http://schemas.microsoft.com/office/drawing/2014/main" id="{C629C2DC-84FE-45DB-BD63-13C81F6AFA15}"/>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BE4792-5C61-48C7-9F50-1A2210FAA57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is the root and offspring of David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thirsty are invited to come</a:t>
            </a:r>
          </a:p>
        </p:txBody>
      </p:sp>
      <p:sp>
        <p:nvSpPr>
          <p:cNvPr id="5" name="">
            <a:extLst xmlns:a="http://schemas.openxmlformats.org/drawingml/2006/main">
              <a:ext uri="{FF2B5EF4-FFF2-40B4-BE49-F238E27FC236}">
                <a16:creationId xmlns:a16="http://schemas.microsoft.com/office/drawing/2014/main" id="{3AEA68B0-D3CD-45BC-BD62-B9D21A9DD75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1120677169"/>
      </p:ext>
    </p:extLst>
  </p:cSld>
</p:sld>
</file>

<file path=ppt/slides/slide1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a387eee18f04888"/>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0CC52E-6FBB-4AD0-AFA1-032BC42979F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and receive life</a:t>
            </a:r>
          </a:p>
        </p:txBody>
      </p:sp>
      <p:sp>
        <p:nvSpPr>
          <p:cNvPr id="3" name="">
            <a:extLst xmlns:a="http://schemas.openxmlformats.org/drawingml/2006/main">
              <a:ext uri="{FF2B5EF4-FFF2-40B4-BE49-F238E27FC236}">
                <a16:creationId xmlns:a16="http://schemas.microsoft.com/office/drawing/2014/main" id="{321A8293-B4E0-4B38-82BD-9129473DD11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F08C0D-7704-42AA-B3BC-E9B04EBCE24B}"/>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Jesus is the root and offspring of David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thirsty are invited to come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water of life is offered freely</a:t>
            </a:r>
          </a:p>
        </p:txBody>
      </p:sp>
      <p:sp>
        <p:nvSpPr>
          <p:cNvPr id="5" name="">
            <a:extLst xmlns:a="http://schemas.openxmlformats.org/drawingml/2006/main">
              <a:ext uri="{FF2B5EF4-FFF2-40B4-BE49-F238E27FC236}">
                <a16:creationId xmlns:a16="http://schemas.microsoft.com/office/drawing/2014/main" id="{F4067C5E-F7AA-4841-BE73-CD07EA9FE55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04</a:t>
            </a:r>
          </a:p>
        </p:txBody>
      </p:sp>
    </p:spTree>
    <p:extLst>
      <p:ext uri="{BB962C8B-B14F-4D97-AF65-F5344CB8AC3E}">
        <p14:creationId xmlns:p14="http://schemas.microsoft.com/office/powerpoint/2010/main" val="372550385"/>
      </p:ext>
    </p:extLst>
  </p:cSld>
</p:sld>
</file>

<file path=ppt/slides/slide1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7f8960dbc074744"/>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31E63B-A618-4CB3-8C09-0028170C9BE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Jesus explains the connection</a:t>
            </a:r>
          </a:p>
        </p:txBody>
      </p:sp>
      <p:sp>
        <p:nvSpPr>
          <p:cNvPr id="3" name="">
            <a:extLst xmlns:a="http://schemas.openxmlformats.org/drawingml/2006/main">
              <a:ext uri="{FF2B5EF4-FFF2-40B4-BE49-F238E27FC236}">
                <a16:creationId xmlns:a16="http://schemas.microsoft.com/office/drawing/2014/main" id="{F05C8386-D29D-4FC6-ACE1-2AC1F3173ABC}"/>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F02D7D-7921-4628-AA9E-CF9BCB009A6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the Prophets, and the Psalms speak concerning Christ</a:t>
            </a:r>
          </a:p>
        </p:txBody>
      </p:sp>
      <p:sp>
        <p:nvSpPr>
          <p:cNvPr id="5" name="">
            <a:extLst xmlns:a="http://schemas.openxmlformats.org/drawingml/2006/main">
              <a:ext uri="{FF2B5EF4-FFF2-40B4-BE49-F238E27FC236}">
                <a16:creationId xmlns:a16="http://schemas.microsoft.com/office/drawing/2014/main" id="{A68B2AFB-78A5-46BF-BCAC-FEA9DF4F0FC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590794771"/>
      </p:ext>
    </p:extLst>
  </p:cSld>
</p:sld>
</file>

<file path=ppt/slides/slide1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dfcddbf610446e2"/>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35F2F9-A818-4EC3-B9F6-FFC9C127245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Jesus explains the connection</a:t>
            </a:r>
          </a:p>
        </p:txBody>
      </p:sp>
      <p:sp>
        <p:nvSpPr>
          <p:cNvPr id="3" name="">
            <a:extLst xmlns:a="http://schemas.openxmlformats.org/drawingml/2006/main">
              <a:ext uri="{FF2B5EF4-FFF2-40B4-BE49-F238E27FC236}">
                <a16:creationId xmlns:a16="http://schemas.microsoft.com/office/drawing/2014/main" id="{FC5D099D-1415-4CAF-B1F5-E30DB0B4BBD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F8E410-BAC4-47D3-8465-ED0BA1C5A398}"/>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the Prophets, and the Psalms speak concerning Christ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Christ would suffer and rise on the third day</a:t>
            </a:r>
          </a:p>
        </p:txBody>
      </p:sp>
      <p:sp>
        <p:nvSpPr>
          <p:cNvPr id="5" name="">
            <a:extLst xmlns:a="http://schemas.openxmlformats.org/drawingml/2006/main">
              <a:ext uri="{FF2B5EF4-FFF2-40B4-BE49-F238E27FC236}">
                <a16:creationId xmlns:a16="http://schemas.microsoft.com/office/drawing/2014/main" id="{DC664A79-85E1-4A12-881C-5F488377039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718905948"/>
      </p:ext>
    </p:extLst>
  </p:cSld>
</p:sld>
</file>

<file path=ppt/slides/slide1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2a0378087c7461e"/>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9C220C-10A4-4DC1-8E8A-811611B731CE}"/>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Jesus explains the connection</a:t>
            </a:r>
          </a:p>
        </p:txBody>
      </p:sp>
      <p:sp>
        <p:nvSpPr>
          <p:cNvPr id="3" name="">
            <a:extLst xmlns:a="http://schemas.openxmlformats.org/drawingml/2006/main">
              <a:ext uri="{FF2B5EF4-FFF2-40B4-BE49-F238E27FC236}">
                <a16:creationId xmlns:a16="http://schemas.microsoft.com/office/drawing/2014/main" id="{A93B4469-FAC8-401F-8D8C-F47391B81C6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5454C9-8D53-4C17-B318-2AA081AFD03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the Prophets, and the Psalms speak concerning Christ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Christ would suffer and rise on the third day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Repentance and forgiveness would be proclaimed to all nations</a:t>
            </a:r>
          </a:p>
        </p:txBody>
      </p:sp>
      <p:sp>
        <p:nvSpPr>
          <p:cNvPr id="5" name="">
            <a:extLst xmlns:a="http://schemas.openxmlformats.org/drawingml/2006/main">
              <a:ext uri="{FF2B5EF4-FFF2-40B4-BE49-F238E27FC236}">
                <a16:creationId xmlns:a16="http://schemas.microsoft.com/office/drawing/2014/main" id="{10655E8D-7069-4EE8-9A2A-A1AF87F7BAB3}"/>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05</a:t>
            </a:r>
          </a:p>
        </p:txBody>
      </p:sp>
    </p:spTree>
    <p:extLst>
      <p:ext uri="{BB962C8B-B14F-4D97-AF65-F5344CB8AC3E}">
        <p14:creationId xmlns:p14="http://schemas.microsoft.com/office/powerpoint/2010/main" val="124479615"/>
      </p:ext>
    </p:extLst>
  </p:cSld>
</p:sld>
</file>

<file path=ppt/slides/slide1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42e19554b9146ca"/>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E2841B-79E9-437C-8498-EAD8F1F1C70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Two voices in the garden</a:t>
            </a:r>
          </a:p>
        </p:txBody>
      </p:sp>
      <p:sp>
        <p:nvSpPr>
          <p:cNvPr id="3" name="">
            <a:extLst xmlns:a="http://schemas.openxmlformats.org/drawingml/2006/main">
              <a:ext uri="{FF2B5EF4-FFF2-40B4-BE49-F238E27FC236}">
                <a16:creationId xmlns:a16="http://schemas.microsoft.com/office/drawing/2014/main" id="{CB45C1D0-BB5F-4857-8D91-ABB38EDAF24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374194-8237-4A60-9304-B24DAB77B1A9}"/>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gives life, dignity, and a generous command</a:t>
            </a:r>
          </a:p>
        </p:txBody>
      </p:sp>
      <p:sp>
        <p:nvSpPr>
          <p:cNvPr id="5" name="">
            <a:extLst xmlns:a="http://schemas.openxmlformats.org/drawingml/2006/main">
              <a:ext uri="{FF2B5EF4-FFF2-40B4-BE49-F238E27FC236}">
                <a16:creationId xmlns:a16="http://schemas.microsoft.com/office/drawing/2014/main" id="{6CDF4039-D682-48F0-B242-F999047F96E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2133944379"/>
      </p:ext>
    </p:extLst>
  </p:cSld>
</p:sld>
</file>

<file path=ppt/slides/slide1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80a42446494478d"/>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371768-BFF0-4330-BDF9-BE16944B7E90}"/>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Two voices in the garden</a:t>
            </a:r>
          </a:p>
        </p:txBody>
      </p:sp>
      <p:sp>
        <p:nvSpPr>
          <p:cNvPr id="3" name="">
            <a:extLst xmlns:a="http://schemas.openxmlformats.org/drawingml/2006/main">
              <a:ext uri="{FF2B5EF4-FFF2-40B4-BE49-F238E27FC236}">
                <a16:creationId xmlns:a16="http://schemas.microsoft.com/office/drawing/2014/main" id="{52B527D9-2AED-4639-9F88-93DA74E24BA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48A66C-35A6-43E1-9D61-90EA34FB4396}"/>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gives life, dignity, and a generous command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warns that rebellion brings death</a:t>
            </a:r>
          </a:p>
        </p:txBody>
      </p:sp>
      <p:sp>
        <p:nvSpPr>
          <p:cNvPr id="5" name="">
            <a:extLst xmlns:a="http://schemas.openxmlformats.org/drawingml/2006/main">
              <a:ext uri="{FF2B5EF4-FFF2-40B4-BE49-F238E27FC236}">
                <a16:creationId xmlns:a16="http://schemas.microsoft.com/office/drawing/2014/main" id="{BDD53B6D-CB56-4E3C-ADC2-26475B07B47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402576351"/>
      </p:ext>
    </p:extLst>
  </p:cSld>
</p:sld>
</file>

<file path=ppt/slides/slide1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d2bd70bf19a4677"/>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38108F-3E30-42E5-8CF0-F6A9D32B23A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Two voices in the garden</a:t>
            </a:r>
          </a:p>
        </p:txBody>
      </p:sp>
      <p:sp>
        <p:nvSpPr>
          <p:cNvPr id="3" name="">
            <a:extLst xmlns:a="http://schemas.openxmlformats.org/drawingml/2006/main">
              <a:ext uri="{FF2B5EF4-FFF2-40B4-BE49-F238E27FC236}">
                <a16:creationId xmlns:a16="http://schemas.microsoft.com/office/drawing/2014/main" id="{39A82A03-4253-4EC1-BFC0-B17B0ED6AAE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24413D-F891-4828-B3CB-E7F6ECEE14F4}"/>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gives life, dignity, and a generous command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warns that rebellion brings death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 directly contradicts God’s word</a:t>
            </a:r>
          </a:p>
        </p:txBody>
      </p:sp>
      <p:sp>
        <p:nvSpPr>
          <p:cNvPr id="5" name="">
            <a:extLst xmlns:a="http://schemas.openxmlformats.org/drawingml/2006/main">
              <a:ext uri="{FF2B5EF4-FFF2-40B4-BE49-F238E27FC236}">
                <a16:creationId xmlns:a16="http://schemas.microsoft.com/office/drawing/2014/main" id="{B6BE7FDB-3354-40A4-AE00-52ED977723B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06</a:t>
            </a:r>
          </a:p>
        </p:txBody>
      </p:sp>
    </p:spTree>
    <p:extLst>
      <p:ext uri="{BB962C8B-B14F-4D97-AF65-F5344CB8AC3E}">
        <p14:creationId xmlns:p14="http://schemas.microsoft.com/office/powerpoint/2010/main" val="434298933"/>
      </p:ext>
    </p:extLst>
  </p:cSld>
</p:sld>
</file>

<file path=ppt/slides/slide1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4e03b52fd8e4dbb"/>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81FA51-DA71-4FBA-92E8-0270B35E35B8}"/>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Sin brings death</a:t>
            </a:r>
          </a:p>
        </p:txBody>
      </p:sp>
      <p:sp>
        <p:nvSpPr>
          <p:cNvPr id="3" name="">
            <a:extLst xmlns:a="http://schemas.openxmlformats.org/drawingml/2006/main">
              <a:ext uri="{FF2B5EF4-FFF2-40B4-BE49-F238E27FC236}">
                <a16:creationId xmlns:a16="http://schemas.microsoft.com/office/drawing/2014/main" id="{4AAC3884-17A6-4A40-8CB9-76D43688D294}"/>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7995B4-3767-4321-90C1-017C31ADCB6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Guilt and fear reveal a broken relationship with God</a:t>
            </a:r>
          </a:p>
        </p:txBody>
      </p:sp>
      <p:sp>
        <p:nvSpPr>
          <p:cNvPr id="5" name="">
            <a:extLst xmlns:a="http://schemas.openxmlformats.org/drawingml/2006/main">
              <a:ext uri="{FF2B5EF4-FFF2-40B4-BE49-F238E27FC236}">
                <a16:creationId xmlns:a16="http://schemas.microsoft.com/office/drawing/2014/main" id="{6CAE68F2-A42C-40FF-A03A-26B532462AC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949268889"/>
      </p:ext>
    </p:extLst>
  </p:cSld>
</p:sld>
</file>

<file path=ppt/slides/slide1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171f6221b0d4c86"/>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651354-FA2F-493E-BFA0-3EA8DB7699B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Sin brings death</a:t>
            </a:r>
          </a:p>
        </p:txBody>
      </p:sp>
      <p:sp>
        <p:nvSpPr>
          <p:cNvPr id="3" name="">
            <a:extLst xmlns:a="http://schemas.openxmlformats.org/drawingml/2006/main">
              <a:ext uri="{FF2B5EF4-FFF2-40B4-BE49-F238E27FC236}">
                <a16:creationId xmlns:a16="http://schemas.microsoft.com/office/drawing/2014/main" id="{B4F4DE7C-33B3-4204-8B7D-C7F451AFFA2C}"/>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564315-3AA9-43D3-A65C-D08A37957538}"/>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Guilt and fear reveal a broken relationship with God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Sin and death entered the world through Adam</a:t>
            </a:r>
          </a:p>
        </p:txBody>
      </p:sp>
      <p:sp>
        <p:nvSpPr>
          <p:cNvPr id="5" name="">
            <a:extLst xmlns:a="http://schemas.openxmlformats.org/drawingml/2006/main">
              <a:ext uri="{FF2B5EF4-FFF2-40B4-BE49-F238E27FC236}">
                <a16:creationId xmlns:a16="http://schemas.microsoft.com/office/drawing/2014/main" id="{9D870C2A-2666-4C0E-AD13-6B77B655031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341929322"/>
      </p:ext>
    </p:extLst>
  </p:cSld>
</p:sld>
</file>

<file path=ppt/slides/slide1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d9b3798b3ce4931"/>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F7953D-5735-4099-AB94-311F976402A8}"/>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Sin brings death</a:t>
            </a:r>
          </a:p>
        </p:txBody>
      </p:sp>
      <p:sp>
        <p:nvSpPr>
          <p:cNvPr id="3" name="">
            <a:extLst xmlns:a="http://schemas.openxmlformats.org/drawingml/2006/main">
              <a:ext uri="{FF2B5EF4-FFF2-40B4-BE49-F238E27FC236}">
                <a16:creationId xmlns:a16="http://schemas.microsoft.com/office/drawing/2014/main" id="{9516F4CF-01E8-4075-A87B-0EDFDC238869}"/>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A19FA8-C530-4B7C-9E59-711079BB2B7F}"/>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Guilt and fear reveal a broken relationship with God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Sin and death entered the world through Adam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Grace, righteousness, and reconciliation come through Jesus Christ</a:t>
            </a:r>
          </a:p>
        </p:txBody>
      </p:sp>
      <p:sp>
        <p:nvSpPr>
          <p:cNvPr id="5" name="">
            <a:extLst xmlns:a="http://schemas.openxmlformats.org/drawingml/2006/main">
              <a:ext uri="{FF2B5EF4-FFF2-40B4-BE49-F238E27FC236}">
                <a16:creationId xmlns:a16="http://schemas.microsoft.com/office/drawing/2014/main" id="{D403325C-89BD-499D-9BCC-31F959412F5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07</a:t>
            </a:r>
          </a:p>
        </p:txBody>
      </p:sp>
    </p:spTree>
    <p:extLst>
      <p:ext uri="{BB962C8B-B14F-4D97-AF65-F5344CB8AC3E}">
        <p14:creationId xmlns:p14="http://schemas.microsoft.com/office/powerpoint/2010/main" val="1535336430"/>
      </p:ext>
    </p:extLst>
  </p:cSld>
</p:sld>
</file>

<file path=ppt/slides/slide2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a7c1ba8fa784fbb"/>
          <a:srcRect xmlns:a="http://schemas.openxmlformats.org/drawingml/2006/main" l="30115" t="0" r="30115"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1975F7-9C00-460D-9738-9A9101B86E0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promise for all nations</a:t>
            </a:r>
          </a:p>
        </p:txBody>
      </p:sp>
      <p:sp>
        <p:nvSpPr>
          <p:cNvPr id="3" name="">
            <a:extLst xmlns:a="http://schemas.openxmlformats.org/drawingml/2006/main">
              <a:ext uri="{FF2B5EF4-FFF2-40B4-BE49-F238E27FC236}">
                <a16:creationId xmlns:a16="http://schemas.microsoft.com/office/drawing/2014/main" id="{C56C8F52-CECA-4737-8DA7-439D28CB12C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99B42F-1D12-4881-9202-1AC8BB920C51}"/>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serpent’s head would be bruised</a:t>
            </a:r>
          </a:p>
        </p:txBody>
      </p:sp>
      <p:sp>
        <p:nvSpPr>
          <p:cNvPr id="5" name="">
            <a:extLst xmlns:a="http://schemas.openxmlformats.org/drawingml/2006/main">
              <a:ext uri="{FF2B5EF4-FFF2-40B4-BE49-F238E27FC236}">
                <a16:creationId xmlns:a16="http://schemas.microsoft.com/office/drawing/2014/main" id="{9A52CE48-31FA-473A-9641-3D6C2CA50EB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1829830469"/>
      </p:ext>
    </p:extLst>
  </p:cSld>
</p:sld>
</file>

<file path=ppt/slides/slide2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5e113ef8abf4f33"/>
          <a:srcRect xmlns:a="http://schemas.openxmlformats.org/drawingml/2006/main" l="30115" t="0" r="30115"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F68243-58E0-48B1-BD16-B8E676F02F8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promise for all nations</a:t>
            </a:r>
          </a:p>
        </p:txBody>
      </p:sp>
      <p:sp>
        <p:nvSpPr>
          <p:cNvPr id="3" name="">
            <a:extLst xmlns:a="http://schemas.openxmlformats.org/drawingml/2006/main">
              <a:ext uri="{FF2B5EF4-FFF2-40B4-BE49-F238E27FC236}">
                <a16:creationId xmlns:a16="http://schemas.microsoft.com/office/drawing/2014/main" id="{C1A237CD-C4CA-4187-B2C9-62C7766B760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9EDC2B-9FF7-4929-B07F-D9C5A581F31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serpent’s head would be bruised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All families of the earth would be blessed through Abraham</a:t>
            </a:r>
          </a:p>
        </p:txBody>
      </p:sp>
      <p:sp>
        <p:nvSpPr>
          <p:cNvPr id="5" name="">
            <a:extLst xmlns:a="http://schemas.openxmlformats.org/drawingml/2006/main">
              <a:ext uri="{FF2B5EF4-FFF2-40B4-BE49-F238E27FC236}">
                <a16:creationId xmlns:a16="http://schemas.microsoft.com/office/drawing/2014/main" id="{7AD59065-2FE2-4FDC-8549-7957BB4191E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773219632"/>
      </p:ext>
    </p:extLst>
  </p:cSld>
</p:sld>
</file>

<file path=ppt/slides/slide2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308c222d6214dcd"/>
          <a:srcRect xmlns:a="http://schemas.openxmlformats.org/drawingml/2006/main" l="30115" t="0" r="30115"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E5434B-DBA6-431C-9F7B-0FDAA36E94D3}"/>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promise for all nations</a:t>
            </a:r>
          </a:p>
        </p:txBody>
      </p:sp>
      <p:sp>
        <p:nvSpPr>
          <p:cNvPr id="3" name="">
            <a:extLst xmlns:a="http://schemas.openxmlformats.org/drawingml/2006/main">
              <a:ext uri="{FF2B5EF4-FFF2-40B4-BE49-F238E27FC236}">
                <a16:creationId xmlns:a16="http://schemas.microsoft.com/office/drawing/2014/main" id="{563921E1-5F1A-4D8B-A172-AAD705F595C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E4E421-FECF-452F-9493-80156737BBD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serpent’s head would be bruised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All families of the earth would be blessed through Abraham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promise reaches beyond one people to every nation</a:t>
            </a:r>
          </a:p>
        </p:txBody>
      </p:sp>
      <p:sp>
        <p:nvSpPr>
          <p:cNvPr id="5" name="">
            <a:extLst xmlns:a="http://schemas.openxmlformats.org/drawingml/2006/main">
              <a:ext uri="{FF2B5EF4-FFF2-40B4-BE49-F238E27FC236}">
                <a16:creationId xmlns:a16="http://schemas.microsoft.com/office/drawing/2014/main" id="{CB7E65A4-3418-4F5C-8D1A-44AFED70D0C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08</a:t>
            </a:r>
          </a:p>
        </p:txBody>
      </p:sp>
    </p:spTree>
    <p:extLst>
      <p:ext uri="{BB962C8B-B14F-4D97-AF65-F5344CB8AC3E}">
        <p14:creationId xmlns:p14="http://schemas.microsoft.com/office/powerpoint/2010/main" val="535297209"/>
      </p:ext>
    </p:extLst>
  </p:cSld>
</p:sld>
</file>

<file path=ppt/slides/slide2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a06664eacb14c3e"/>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CA5DD1-C7A8-48A9-9DC9-48EAF9AA5B5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Christ is the promised offspring</a:t>
            </a:r>
          </a:p>
        </p:txBody>
      </p:sp>
      <p:sp>
        <p:nvSpPr>
          <p:cNvPr id="3" name="">
            <a:extLst xmlns:a="http://schemas.openxmlformats.org/drawingml/2006/main">
              <a:ext uri="{FF2B5EF4-FFF2-40B4-BE49-F238E27FC236}">
                <a16:creationId xmlns:a16="http://schemas.microsoft.com/office/drawing/2014/main" id="{90E7A949-3F51-4F3D-BF15-7491CA80BB9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47CFE1-2A2C-4E23-98A6-A2C07FFB99D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calls Abraham’s promise the gospel announced beforehand</a:t>
            </a:r>
          </a:p>
        </p:txBody>
      </p:sp>
      <p:sp>
        <p:nvSpPr>
          <p:cNvPr id="5" name="">
            <a:extLst xmlns:a="http://schemas.openxmlformats.org/drawingml/2006/main">
              <a:ext uri="{FF2B5EF4-FFF2-40B4-BE49-F238E27FC236}">
                <a16:creationId xmlns:a16="http://schemas.microsoft.com/office/drawing/2014/main" id="{1FD0C46B-9633-4561-8AAB-BD1C0F743EE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2032958096"/>
      </p:ext>
    </p:extLst>
  </p:cSld>
</p:sld>
</file>

<file path=ppt/slides/slide2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795f785080433b"/>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9387BE-A28E-4BB3-AAA9-317C5603DA60}"/>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Christ is the promised offspring</a:t>
            </a:r>
          </a:p>
        </p:txBody>
      </p:sp>
      <p:sp>
        <p:nvSpPr>
          <p:cNvPr id="3" name="">
            <a:extLst xmlns:a="http://schemas.openxmlformats.org/drawingml/2006/main">
              <a:ext uri="{FF2B5EF4-FFF2-40B4-BE49-F238E27FC236}">
                <a16:creationId xmlns:a16="http://schemas.microsoft.com/office/drawing/2014/main" id="{B3523BAB-D52B-42B3-924E-DA0F97E4B3F2}"/>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3D74F8-C889-4EAB-81CD-010D7A185B87}"/>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calls Abraham’s promise the gospel announced beforehand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justifies people from the nations by faith</a:t>
            </a:r>
          </a:p>
        </p:txBody>
      </p:sp>
      <p:sp>
        <p:nvSpPr>
          <p:cNvPr id="5" name="">
            <a:extLst xmlns:a="http://schemas.openxmlformats.org/drawingml/2006/main">
              <a:ext uri="{FF2B5EF4-FFF2-40B4-BE49-F238E27FC236}">
                <a16:creationId xmlns:a16="http://schemas.microsoft.com/office/drawing/2014/main" id="{71B5E7BF-6354-4C24-85BF-66797A8AC1D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1256338007"/>
      </p:ext>
    </p:extLst>
  </p:cSld>
</p:sld>
</file>

<file path=ppt/slides/slide2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0b4ab5b55804011"/>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954ED5-B57E-4A8E-BA1E-8A104A6783D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Christ is the promised offspring</a:t>
            </a:r>
          </a:p>
        </p:txBody>
      </p:sp>
      <p:sp>
        <p:nvSpPr>
          <p:cNvPr id="3" name="">
            <a:extLst xmlns:a="http://schemas.openxmlformats.org/drawingml/2006/main">
              <a:ext uri="{FF2B5EF4-FFF2-40B4-BE49-F238E27FC236}">
                <a16:creationId xmlns:a16="http://schemas.microsoft.com/office/drawing/2014/main" id="{5649EE63-109F-42D0-A606-F2196FF794A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5A5CE3-5070-41E4-ACB3-3550E561472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calls Abraham’s promise the gospel announced beforehand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God justifies people from the nations by faith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promised offspring is Jesus Christ</a:t>
            </a:r>
          </a:p>
        </p:txBody>
      </p:sp>
      <p:sp>
        <p:nvSpPr>
          <p:cNvPr id="5" name="">
            <a:extLst xmlns:a="http://schemas.openxmlformats.org/drawingml/2006/main">
              <a:ext uri="{FF2B5EF4-FFF2-40B4-BE49-F238E27FC236}">
                <a16:creationId xmlns:a16="http://schemas.microsoft.com/office/drawing/2014/main" id="{229BFA85-9585-43C4-87EC-50885CDF094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09</a:t>
            </a:r>
          </a:p>
        </p:txBody>
      </p:sp>
    </p:spTree>
    <p:extLst>
      <p:ext uri="{BB962C8B-B14F-4D97-AF65-F5344CB8AC3E}">
        <p14:creationId xmlns:p14="http://schemas.microsoft.com/office/powerpoint/2010/main" val="1905411203"/>
      </p:ext>
    </p:extLst>
  </p:cSld>
</p:sld>
</file>

<file path=ppt/slides/slide2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818ed06667e4e43"/>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A4C2B3-79EC-4C77-AE20-ADD0463CA80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Moses and David bear witness</a:t>
            </a:r>
          </a:p>
        </p:txBody>
      </p:sp>
      <p:sp>
        <p:nvSpPr>
          <p:cNvPr id="3" name="">
            <a:extLst xmlns:a="http://schemas.openxmlformats.org/drawingml/2006/main">
              <a:ext uri="{FF2B5EF4-FFF2-40B4-BE49-F238E27FC236}">
                <a16:creationId xmlns:a16="http://schemas.microsoft.com/office/drawing/2014/main" id="{D91F3304-85FF-4936-BC81-9DA6164C7A6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400A46-8E6D-4668-87DB-F1F288ED62A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promises a prophet whom the people must hear</a:t>
            </a:r>
          </a:p>
        </p:txBody>
      </p:sp>
      <p:sp>
        <p:nvSpPr>
          <p:cNvPr id="5" name="">
            <a:extLst xmlns:a="http://schemas.openxmlformats.org/drawingml/2006/main">
              <a:ext uri="{FF2B5EF4-FFF2-40B4-BE49-F238E27FC236}">
                <a16:creationId xmlns:a16="http://schemas.microsoft.com/office/drawing/2014/main" id="{7CA4B78A-8EB2-4FE8-A097-25F3A73CA70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26898293"/>
      </p:ext>
    </p:extLst>
  </p:cSld>
</p:sld>
</file>

<file path=ppt/slides/slide2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4f09df6501f40d8"/>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951B3E-2F70-4AAA-A652-C69A7F8AFAA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Moses and David bear witness</a:t>
            </a:r>
          </a:p>
        </p:txBody>
      </p:sp>
      <p:sp>
        <p:nvSpPr>
          <p:cNvPr id="3" name="">
            <a:extLst xmlns:a="http://schemas.openxmlformats.org/drawingml/2006/main">
              <a:ext uri="{FF2B5EF4-FFF2-40B4-BE49-F238E27FC236}">
                <a16:creationId xmlns:a16="http://schemas.microsoft.com/office/drawing/2014/main" id="{25304F97-F98D-4091-8FBA-001030CB7AA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A6DD3C-ED97-4BB8-B919-366AE3FCAE57}"/>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promises a prophet whom the people must hear</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Peter identifies Jesus as the One God sent</a:t>
            </a:r>
          </a:p>
        </p:txBody>
      </p:sp>
      <p:sp>
        <p:nvSpPr>
          <p:cNvPr id="5" name="">
            <a:extLst xmlns:a="http://schemas.openxmlformats.org/drawingml/2006/main">
              <a:ext uri="{FF2B5EF4-FFF2-40B4-BE49-F238E27FC236}">
                <a16:creationId xmlns:a16="http://schemas.microsoft.com/office/drawing/2014/main" id="{D408DD0F-CF1C-449C-A103-FE3E73374D8A}"/>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124506862"/>
      </p:ext>
    </p:extLst>
  </p:cSld>
</p:sld>
</file>

<file path=ppt/slides/slide2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9954ad95e904db7"/>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760EEF-B0EE-4A8A-AC6A-1EC651D3BF2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Moses and David bear witness</a:t>
            </a:r>
          </a:p>
        </p:txBody>
      </p:sp>
      <p:sp>
        <p:nvSpPr>
          <p:cNvPr id="3" name="">
            <a:extLst xmlns:a="http://schemas.openxmlformats.org/drawingml/2006/main">
              <a:ext uri="{FF2B5EF4-FFF2-40B4-BE49-F238E27FC236}">
                <a16:creationId xmlns:a16="http://schemas.microsoft.com/office/drawing/2014/main" id="{1F12B4E4-C40E-4CD4-A4DA-2DC3D839371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9BF319-91F8-4D6B-A818-F77B443974AC}"/>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Moses promises a prophet whom the people must hear</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Peter identifies Jesus as the One God sent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David speaks ahead of Christ’s resurrection</a:t>
            </a:r>
          </a:p>
        </p:txBody>
      </p:sp>
      <p:sp>
        <p:nvSpPr>
          <p:cNvPr id="5" name="">
            <a:extLst xmlns:a="http://schemas.openxmlformats.org/drawingml/2006/main">
              <a:ext uri="{FF2B5EF4-FFF2-40B4-BE49-F238E27FC236}">
                <a16:creationId xmlns:a16="http://schemas.microsoft.com/office/drawing/2014/main" id="{E66D9DC8-2B44-44E8-BC0F-EAD91275347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10</a:t>
            </a:r>
          </a:p>
        </p:txBody>
      </p:sp>
    </p:spTree>
    <p:extLst>
      <p:ext uri="{BB962C8B-B14F-4D97-AF65-F5344CB8AC3E}">
        <p14:creationId xmlns:p14="http://schemas.microsoft.com/office/powerpoint/2010/main" val="276977964"/>
      </p:ext>
    </p:extLst>
  </p:cSld>
</p:sld>
</file>

<file path=ppt/slides/slide2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862f6545e694894"/>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576AE1-45DD-4667-83ED-3FB1F918F46E}"/>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servant bears our sin</a:t>
            </a:r>
          </a:p>
        </p:txBody>
      </p:sp>
      <p:sp>
        <p:nvSpPr>
          <p:cNvPr id="3" name="">
            <a:extLst xmlns:a="http://schemas.openxmlformats.org/drawingml/2006/main">
              <a:ext uri="{FF2B5EF4-FFF2-40B4-BE49-F238E27FC236}">
                <a16:creationId xmlns:a16="http://schemas.microsoft.com/office/drawing/2014/main" id="{BE03B969-1423-40DA-8723-0A60F88E71D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1A8731-720C-47F7-8F5F-5D196DC9E8D8}"/>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pierced for our transgressions</a:t>
            </a:r>
          </a:p>
        </p:txBody>
      </p:sp>
      <p:sp>
        <p:nvSpPr>
          <p:cNvPr id="5" name="">
            <a:extLst xmlns:a="http://schemas.openxmlformats.org/drawingml/2006/main">
              <a:ext uri="{FF2B5EF4-FFF2-40B4-BE49-F238E27FC236}">
                <a16:creationId xmlns:a16="http://schemas.microsoft.com/office/drawing/2014/main" id="{714CEDBE-8EBB-4D02-891F-D771F577404C}"/>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784679281"/>
      </p:ext>
    </p:extLst>
  </p:cSld>
</p:sld>
</file>

<file path=ppt/slides/slide3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f6b154aa9fa48a7"/>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86A68C-9041-44C5-A081-5CF867C97CC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servant bears our sin</a:t>
            </a:r>
          </a:p>
        </p:txBody>
      </p:sp>
      <p:sp>
        <p:nvSpPr>
          <p:cNvPr id="3" name="">
            <a:extLst xmlns:a="http://schemas.openxmlformats.org/drawingml/2006/main">
              <a:ext uri="{FF2B5EF4-FFF2-40B4-BE49-F238E27FC236}">
                <a16:creationId xmlns:a16="http://schemas.microsoft.com/office/drawing/2014/main" id="{9714DBE1-84F1-464D-A654-7AB5DF90F03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41EAFC-C784-4775-9077-978E95426338}"/>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pierced for our transgressions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punishment that brought our peace was on Him</a:t>
            </a:r>
          </a:p>
        </p:txBody>
      </p:sp>
      <p:sp>
        <p:nvSpPr>
          <p:cNvPr id="5" name="">
            <a:extLst xmlns:a="http://schemas.openxmlformats.org/drawingml/2006/main">
              <a:ext uri="{FF2B5EF4-FFF2-40B4-BE49-F238E27FC236}">
                <a16:creationId xmlns:a16="http://schemas.microsoft.com/office/drawing/2014/main" id="{0C0557A3-1F7A-4434-9BD3-BFE5DC37DF8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75781237"/>
      </p:ext>
    </p:extLst>
  </p:cSld>
</p:sld>
</file>

<file path=ppt/slides/slide3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547ef9d5c7442c6"/>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53D36B-D776-4539-A511-7E61A4D010F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servant bears our sin</a:t>
            </a:r>
          </a:p>
        </p:txBody>
      </p:sp>
      <p:sp>
        <p:nvSpPr>
          <p:cNvPr id="3" name="">
            <a:extLst xmlns:a="http://schemas.openxmlformats.org/drawingml/2006/main">
              <a:ext uri="{FF2B5EF4-FFF2-40B4-BE49-F238E27FC236}">
                <a16:creationId xmlns:a16="http://schemas.microsoft.com/office/drawing/2014/main" id="{BEFC6B34-D658-4BCC-B05A-9F2010227BD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074818-5B98-4F30-A9F8-0ED94D630B99}"/>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pierced for our transgressions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punishment that brought our peace was on Him</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innocent servant bears the iniquity of many</a:t>
            </a:r>
          </a:p>
        </p:txBody>
      </p:sp>
      <p:sp>
        <p:nvSpPr>
          <p:cNvPr id="5" name="">
            <a:extLst xmlns:a="http://schemas.openxmlformats.org/drawingml/2006/main">
              <a:ext uri="{FF2B5EF4-FFF2-40B4-BE49-F238E27FC236}">
                <a16:creationId xmlns:a16="http://schemas.microsoft.com/office/drawing/2014/main" id="{0FD1DBFD-F7EF-468A-85BC-D685399EBC7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11</a:t>
            </a:r>
          </a:p>
        </p:txBody>
      </p:sp>
    </p:spTree>
    <p:extLst>
      <p:ext uri="{BB962C8B-B14F-4D97-AF65-F5344CB8AC3E}">
        <p14:creationId xmlns:p14="http://schemas.microsoft.com/office/powerpoint/2010/main" val="271290740"/>
      </p:ext>
    </p:extLst>
  </p:cSld>
</p:sld>
</file>

<file path=ppt/slides/slide3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ed05a3015c44eb2"/>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DF8950B-82D7-4345-B5E9-11E13E358E83}"/>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Isaiah directs us to Jesus</a:t>
            </a:r>
          </a:p>
        </p:txBody>
      </p:sp>
      <p:sp>
        <p:nvSpPr>
          <p:cNvPr id="3" name="">
            <a:extLst xmlns:a="http://schemas.openxmlformats.org/drawingml/2006/main">
              <a:ext uri="{FF2B5EF4-FFF2-40B4-BE49-F238E27FC236}">
                <a16:creationId xmlns:a16="http://schemas.microsoft.com/office/drawing/2014/main" id="{E6C8FCE3-4D8D-4924-BBE4-325A8AD22AAE}"/>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35893F-0FFA-40FC-A205-545EB5AA542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Philip begins with Isaiah 53 and preaches Jesus</a:t>
            </a:r>
          </a:p>
        </p:txBody>
      </p:sp>
      <p:sp>
        <p:nvSpPr>
          <p:cNvPr id="5" name="">
            <a:extLst xmlns:a="http://schemas.openxmlformats.org/drawingml/2006/main">
              <a:ext uri="{FF2B5EF4-FFF2-40B4-BE49-F238E27FC236}">
                <a16:creationId xmlns:a16="http://schemas.microsoft.com/office/drawing/2014/main" id="{325BC532-7AEA-445D-A8CA-CA6C2343098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1437879169"/>
      </p:ext>
    </p:extLst>
  </p:cSld>
</p:sld>
</file>

<file path=ppt/slides/slide3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733db4a86aa425e"/>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E609EE-13DB-4418-A1BC-E7B680E4B2B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Isaiah directs us to Jesus</a:t>
            </a:r>
          </a:p>
        </p:txBody>
      </p:sp>
      <p:sp>
        <p:nvSpPr>
          <p:cNvPr id="3" name="">
            <a:extLst xmlns:a="http://schemas.openxmlformats.org/drawingml/2006/main">
              <a:ext uri="{FF2B5EF4-FFF2-40B4-BE49-F238E27FC236}">
                <a16:creationId xmlns:a16="http://schemas.microsoft.com/office/drawing/2014/main" id="{08EE7AC4-4858-4C08-AA82-C863FF78FF90}"/>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74AEDC-ED28-4649-B1D5-4133605DF569}"/>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Philip begins with Isaiah 53 and preaches Jesus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connects Isaiah’s question to the response to the gospel</a:t>
            </a:r>
          </a:p>
        </p:txBody>
      </p:sp>
      <p:sp>
        <p:nvSpPr>
          <p:cNvPr id="5" name="">
            <a:extLst xmlns:a="http://schemas.openxmlformats.org/drawingml/2006/main">
              <a:ext uri="{FF2B5EF4-FFF2-40B4-BE49-F238E27FC236}">
                <a16:creationId xmlns:a16="http://schemas.microsoft.com/office/drawing/2014/main" id="{A56D0897-DD49-4696-90D0-34EB5A4F99AA}"/>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619810754"/>
      </p:ext>
    </p:extLst>
  </p:cSld>
</p:sld>
</file>

<file path=ppt/slides/slide3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b459596aa774199"/>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C2ED34-7699-4259-91B7-1BC5784832D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Isaiah directs us to Jesus</a:t>
            </a:r>
          </a:p>
        </p:txBody>
      </p:sp>
      <p:sp>
        <p:nvSpPr>
          <p:cNvPr id="3" name="">
            <a:extLst xmlns:a="http://schemas.openxmlformats.org/drawingml/2006/main">
              <a:ext uri="{FF2B5EF4-FFF2-40B4-BE49-F238E27FC236}">
                <a16:creationId xmlns:a16="http://schemas.microsoft.com/office/drawing/2014/main" id="{AE35EE9B-057D-4C45-97D2-B1CCFF01B606}"/>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C0F7AD-A297-47CC-AD5F-03D217753AE9}"/>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Philip begins with Isaiah 53 and preaches Jesus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Paul connects Isaiah’s question to the response to the gospel</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message brings us again to the question of belief</a:t>
            </a:r>
          </a:p>
        </p:txBody>
      </p:sp>
      <p:sp>
        <p:nvSpPr>
          <p:cNvPr id="5" name="">
            <a:extLst xmlns:a="http://schemas.openxmlformats.org/drawingml/2006/main">
              <a:ext uri="{FF2B5EF4-FFF2-40B4-BE49-F238E27FC236}">
                <a16:creationId xmlns:a16="http://schemas.microsoft.com/office/drawing/2014/main" id="{82D18804-B0C9-4853-80CC-B0C0A4CE4698}"/>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12</a:t>
            </a:r>
          </a:p>
        </p:txBody>
      </p:sp>
    </p:spTree>
    <p:extLst>
      <p:ext uri="{BB962C8B-B14F-4D97-AF65-F5344CB8AC3E}">
        <p14:creationId xmlns:p14="http://schemas.microsoft.com/office/powerpoint/2010/main" val="47301863"/>
      </p:ext>
    </p:extLst>
  </p:cSld>
</p:sld>
</file>

<file path=ppt/slides/slide3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5f99695b9ec4e7f"/>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4EC59E-596C-448F-BC6B-FE85C6EB6DF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prophets searched diligently</a:t>
            </a:r>
          </a:p>
        </p:txBody>
      </p:sp>
      <p:sp>
        <p:nvSpPr>
          <p:cNvPr id="3" name="">
            <a:extLst xmlns:a="http://schemas.openxmlformats.org/drawingml/2006/main">
              <a:ext uri="{FF2B5EF4-FFF2-40B4-BE49-F238E27FC236}">
                <a16:creationId xmlns:a16="http://schemas.microsoft.com/office/drawing/2014/main" id="{9706431E-2934-43A7-BA86-028DA8D6F56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AB0910-4B56-4EE3-BFF6-3994E65815D1}"/>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Spirit testified beforehand about Christ’s sufferings and glory</a:t>
            </a:r>
          </a:p>
        </p:txBody>
      </p:sp>
      <p:sp>
        <p:nvSpPr>
          <p:cNvPr id="5" name="">
            <a:extLst xmlns:a="http://schemas.openxmlformats.org/drawingml/2006/main">
              <a:ext uri="{FF2B5EF4-FFF2-40B4-BE49-F238E27FC236}">
                <a16:creationId xmlns:a16="http://schemas.microsoft.com/office/drawing/2014/main" id="{6FAF797C-54B5-4D07-A17A-EDB8EB96759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774701583"/>
      </p:ext>
    </p:extLst>
  </p:cSld>
</p:sld>
</file>

<file path=ppt/slides/slide3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2026df5c90845f7"/>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54917F-2C7D-42A3-81D4-2E4310E1FEC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prophets searched diligently</a:t>
            </a:r>
          </a:p>
        </p:txBody>
      </p:sp>
      <p:sp>
        <p:nvSpPr>
          <p:cNvPr id="3" name="">
            <a:extLst xmlns:a="http://schemas.openxmlformats.org/drawingml/2006/main">
              <a:ext uri="{FF2B5EF4-FFF2-40B4-BE49-F238E27FC236}">
                <a16:creationId xmlns:a16="http://schemas.microsoft.com/office/drawing/2014/main" id="{E4349C28-DBF5-4B8D-83B3-045CFDCF46A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6F22E5-D3D1-40FC-AD58-08CD8E910DA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Spirit testified beforehand about Christ’s sufferings and glory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prophets served people who would come later</a:t>
            </a:r>
          </a:p>
        </p:txBody>
      </p:sp>
      <p:sp>
        <p:nvSpPr>
          <p:cNvPr id="5" name="">
            <a:extLst xmlns:a="http://schemas.openxmlformats.org/drawingml/2006/main">
              <a:ext uri="{FF2B5EF4-FFF2-40B4-BE49-F238E27FC236}">
                <a16:creationId xmlns:a16="http://schemas.microsoft.com/office/drawing/2014/main" id="{3F5BD50E-519D-4D99-9A55-C24D8FEFE2B1}"/>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35050077"/>
      </p:ext>
    </p:extLst>
  </p:cSld>
</p:sld>
</file>

<file path=ppt/slides/slide3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997219616464785"/>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112761-D93D-4E17-80E6-8D4FFD66545B}"/>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prophets searched diligently</a:t>
            </a:r>
          </a:p>
        </p:txBody>
      </p:sp>
      <p:sp>
        <p:nvSpPr>
          <p:cNvPr id="3" name="">
            <a:extLst xmlns:a="http://schemas.openxmlformats.org/drawingml/2006/main">
              <a:ext uri="{FF2B5EF4-FFF2-40B4-BE49-F238E27FC236}">
                <a16:creationId xmlns:a16="http://schemas.microsoft.com/office/drawing/2014/main" id="{47E9AB4F-B823-4809-AAC1-F38C6BA300D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11DB3A-AFC2-4B50-8BBD-BDE18E8E754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Spirit testified beforehand about Christ’s sufferings and glory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prophets served people who would come later</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What they anticipated, the apostles announced</a:t>
            </a:r>
          </a:p>
        </p:txBody>
      </p:sp>
      <p:sp>
        <p:nvSpPr>
          <p:cNvPr id="5" name="">
            <a:extLst xmlns:a="http://schemas.openxmlformats.org/drawingml/2006/main">
              <a:ext uri="{FF2B5EF4-FFF2-40B4-BE49-F238E27FC236}">
                <a16:creationId xmlns:a16="http://schemas.microsoft.com/office/drawing/2014/main" id="{A939A509-C646-4342-8314-23269270DE9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13</a:t>
            </a:r>
          </a:p>
        </p:txBody>
      </p:sp>
    </p:spTree>
    <p:extLst>
      <p:ext uri="{BB962C8B-B14F-4D97-AF65-F5344CB8AC3E}">
        <p14:creationId xmlns:p14="http://schemas.microsoft.com/office/powerpoint/2010/main" val="1234104522"/>
      </p:ext>
    </p:extLst>
  </p:cSld>
</p:sld>
</file>

<file path=ppt/slides/slide3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5a9d97fea964ea1"/>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020445-2471-4853-81C0-C038FE5498FF}"/>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According to the Scriptures</a:t>
            </a:r>
          </a:p>
        </p:txBody>
      </p:sp>
      <p:sp>
        <p:nvSpPr>
          <p:cNvPr id="3" name="">
            <a:extLst xmlns:a="http://schemas.openxmlformats.org/drawingml/2006/main">
              <a:ext uri="{FF2B5EF4-FFF2-40B4-BE49-F238E27FC236}">
                <a16:creationId xmlns:a16="http://schemas.microsoft.com/office/drawing/2014/main" id="{A6810494-79DA-409B-AE16-1C7D688BE64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C8E4BE-BD61-4F72-A7CE-483805CCCB4F}"/>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Christ died for our sins</a:t>
            </a:r>
          </a:p>
        </p:txBody>
      </p:sp>
      <p:sp>
        <p:nvSpPr>
          <p:cNvPr id="5" name="">
            <a:extLst xmlns:a="http://schemas.openxmlformats.org/drawingml/2006/main">
              <a:ext uri="{FF2B5EF4-FFF2-40B4-BE49-F238E27FC236}">
                <a16:creationId xmlns:a16="http://schemas.microsoft.com/office/drawing/2014/main" id="{79B3EEBB-43E7-4996-B38F-72EA161BF3E7}"/>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525440290"/>
      </p:ext>
    </p:extLst>
  </p:cSld>
</p:sld>
</file>

<file path=ppt/slides/slide3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d210f8dbca64b0a"/>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31912D-0531-4661-A621-40340377EFC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According to the Scriptures</a:t>
            </a:r>
          </a:p>
        </p:txBody>
      </p:sp>
      <p:sp>
        <p:nvSpPr>
          <p:cNvPr id="3" name="">
            <a:extLst xmlns:a="http://schemas.openxmlformats.org/drawingml/2006/main">
              <a:ext uri="{FF2B5EF4-FFF2-40B4-BE49-F238E27FC236}">
                <a16:creationId xmlns:a16="http://schemas.microsoft.com/office/drawing/2014/main" id="{F03775D0-7167-46F8-95CC-E11BEC3AD59C}"/>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026329-BB6A-4BBE-82AF-766FB1D0EAE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Christ died for our sins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buried and raised on the third day</a:t>
            </a:r>
          </a:p>
        </p:txBody>
      </p:sp>
      <p:sp>
        <p:nvSpPr>
          <p:cNvPr id="5" name="">
            <a:extLst xmlns:a="http://schemas.openxmlformats.org/drawingml/2006/main">
              <a:ext uri="{FF2B5EF4-FFF2-40B4-BE49-F238E27FC236}">
                <a16:creationId xmlns:a16="http://schemas.microsoft.com/office/drawing/2014/main" id="{F8627635-30EF-48EF-9F79-64C15188A7DD}"/>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1943974080"/>
      </p:ext>
    </p:extLst>
  </p:cSld>
</p:sld>
</file>

<file path=ppt/slides/slide4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016a295b6814146"/>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1811C8-ED3C-4AE9-9C40-338490367FB9}"/>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According to the Scriptures</a:t>
            </a:r>
          </a:p>
        </p:txBody>
      </p:sp>
      <p:sp>
        <p:nvSpPr>
          <p:cNvPr id="3" name="">
            <a:extLst xmlns:a="http://schemas.openxmlformats.org/drawingml/2006/main">
              <a:ext uri="{FF2B5EF4-FFF2-40B4-BE49-F238E27FC236}">
                <a16:creationId xmlns:a16="http://schemas.microsoft.com/office/drawing/2014/main" id="{EBAB458E-3DE8-4600-B635-9C0A42F45EB1}"/>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1E1332-80A6-4C56-8754-3338FE3251DA}"/>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Christ died for our sins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He was buried and raised on the third day</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apostles proclaimed the same gospel and called people to believe</a:t>
            </a:r>
          </a:p>
        </p:txBody>
      </p:sp>
      <p:sp>
        <p:nvSpPr>
          <p:cNvPr id="5" name="">
            <a:extLst xmlns:a="http://schemas.openxmlformats.org/drawingml/2006/main">
              <a:ext uri="{FF2B5EF4-FFF2-40B4-BE49-F238E27FC236}">
                <a16:creationId xmlns:a16="http://schemas.microsoft.com/office/drawing/2014/main" id="{A9A25BC3-280C-483F-A01B-353756A23ADF}"/>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14</a:t>
            </a:r>
          </a:p>
        </p:txBody>
      </p:sp>
    </p:spTree>
    <p:extLst>
      <p:ext uri="{BB962C8B-B14F-4D97-AF65-F5344CB8AC3E}">
        <p14:creationId xmlns:p14="http://schemas.microsoft.com/office/powerpoint/2010/main" val="669678109"/>
      </p:ext>
    </p:extLst>
  </p:cSld>
</p:sld>
</file>

<file path=ppt/slides/slide4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ae2fbf1b00446e5"/>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25FB5D-E30D-436D-A5A8-02219FD059FA}"/>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message entrusted to us</a:t>
            </a:r>
          </a:p>
        </p:txBody>
      </p:sp>
      <p:sp>
        <p:nvSpPr>
          <p:cNvPr id="3" name="">
            <a:extLst xmlns:a="http://schemas.openxmlformats.org/drawingml/2006/main">
              <a:ext uri="{FF2B5EF4-FFF2-40B4-BE49-F238E27FC236}">
                <a16:creationId xmlns:a16="http://schemas.microsoft.com/office/drawing/2014/main" id="{A03813D6-FA95-43AA-AE4F-F7C51976311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C9213F-5F35-43E3-A9BB-7D694ABBA9B1}"/>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Hold the pattern of sound words</a:t>
            </a:r>
          </a:p>
        </p:txBody>
      </p:sp>
      <p:sp>
        <p:nvSpPr>
          <p:cNvPr id="5" name="">
            <a:extLst xmlns:a="http://schemas.openxmlformats.org/drawingml/2006/main">
              <a:ext uri="{FF2B5EF4-FFF2-40B4-BE49-F238E27FC236}">
                <a16:creationId xmlns:a16="http://schemas.microsoft.com/office/drawing/2014/main" id="{16619E6B-E217-4E79-BDBC-01490621094E}"/>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6843304"/>
      </p:ext>
    </p:extLst>
  </p:cSld>
</p:sld>
</file>

<file path=ppt/slides/slide4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85f754e1ce4e2c"/>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BAC620-C5CC-4D4D-A778-A162C86E420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message entrusted to us</a:t>
            </a:r>
          </a:p>
        </p:txBody>
      </p:sp>
      <p:sp>
        <p:nvSpPr>
          <p:cNvPr id="3" name="">
            <a:extLst xmlns:a="http://schemas.openxmlformats.org/drawingml/2006/main">
              <a:ext uri="{FF2B5EF4-FFF2-40B4-BE49-F238E27FC236}">
                <a16:creationId xmlns:a16="http://schemas.microsoft.com/office/drawing/2014/main" id="{2566D767-52E6-4D63-A299-F58916062BC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B65798-E049-4779-8AC3-7D9BD79D849D}"/>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Hold the pattern of sound words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Guard the message in faith and love</a:t>
            </a:r>
          </a:p>
        </p:txBody>
      </p:sp>
      <p:sp>
        <p:nvSpPr>
          <p:cNvPr id="5" name="">
            <a:extLst xmlns:a="http://schemas.openxmlformats.org/drawingml/2006/main">
              <a:ext uri="{FF2B5EF4-FFF2-40B4-BE49-F238E27FC236}">
                <a16:creationId xmlns:a16="http://schemas.microsoft.com/office/drawing/2014/main" id="{1DCFA610-29C9-4DDB-93DB-12E865D7F934}"/>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726546457"/>
      </p:ext>
    </p:extLst>
  </p:cSld>
</p:sld>
</file>

<file path=ppt/slides/slide4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2bf8591c10e4eaf"/>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4B376A-1612-4EB9-AFBE-637A8E9E1D6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A message entrusted to us</a:t>
            </a:r>
          </a:p>
        </p:txBody>
      </p:sp>
      <p:sp>
        <p:nvSpPr>
          <p:cNvPr id="3" name="">
            <a:extLst xmlns:a="http://schemas.openxmlformats.org/drawingml/2006/main">
              <a:ext uri="{FF2B5EF4-FFF2-40B4-BE49-F238E27FC236}">
                <a16:creationId xmlns:a16="http://schemas.microsoft.com/office/drawing/2014/main" id="{B0A92717-887A-4DF2-A438-A865154CF868}"/>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304FC0-9B5A-4782-970A-E433551E9A3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Hold the pattern of sound words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Guard the message in faith and love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Entrust the same teaching to faithful people</a:t>
            </a:r>
          </a:p>
        </p:txBody>
      </p:sp>
      <p:sp>
        <p:nvSpPr>
          <p:cNvPr id="5" name="">
            <a:extLst xmlns:a="http://schemas.openxmlformats.org/drawingml/2006/main">
              <a:ext uri="{FF2B5EF4-FFF2-40B4-BE49-F238E27FC236}">
                <a16:creationId xmlns:a16="http://schemas.microsoft.com/office/drawing/2014/main" id="{C07495A2-2DD6-4179-8DD6-900F8329A6A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15</a:t>
            </a:r>
          </a:p>
        </p:txBody>
      </p:sp>
    </p:spTree>
    <p:extLst>
      <p:ext uri="{BB962C8B-B14F-4D97-AF65-F5344CB8AC3E}">
        <p14:creationId xmlns:p14="http://schemas.microsoft.com/office/powerpoint/2010/main" val="567343637"/>
      </p:ext>
    </p:extLst>
  </p:cSld>
</p:sld>
</file>

<file path=ppt/slides/slide44.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8c820907661480c"/>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27BB9A-FDA1-4AEB-A228-2704E7E85C95}"/>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same message for the next generation</a:t>
            </a:r>
          </a:p>
        </p:txBody>
      </p:sp>
      <p:sp>
        <p:nvSpPr>
          <p:cNvPr id="3" name="">
            <a:extLst xmlns:a="http://schemas.openxmlformats.org/drawingml/2006/main">
              <a:ext uri="{FF2B5EF4-FFF2-40B4-BE49-F238E27FC236}">
                <a16:creationId xmlns:a16="http://schemas.microsoft.com/office/drawing/2014/main" id="{498A0FB2-F87F-4C8D-8BD6-4C315E486112}"/>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4EEAF8-4A1A-42EF-A47E-8397D33FDEC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Remember Jesus Christ, risen from the dead</a:t>
            </a:r>
          </a:p>
        </p:txBody>
      </p:sp>
      <p:sp>
        <p:nvSpPr>
          <p:cNvPr id="5" name="">
            <a:extLst xmlns:a="http://schemas.openxmlformats.org/drawingml/2006/main">
              <a:ext uri="{FF2B5EF4-FFF2-40B4-BE49-F238E27FC236}">
                <a16:creationId xmlns:a16="http://schemas.microsoft.com/office/drawing/2014/main" id="{0C414BC1-9534-460B-A378-340AA7451C15}"/>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1249397889"/>
      </p:ext>
    </p:extLst>
  </p:cSld>
</p:sld>
</file>

<file path=ppt/slides/slide45.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119581901dd44f1"/>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384EAC-5B70-4719-87C3-A25D46264C7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same message for the next generation</a:t>
            </a:r>
          </a:p>
        </p:txBody>
      </p:sp>
      <p:sp>
        <p:nvSpPr>
          <p:cNvPr id="3" name="">
            <a:extLst xmlns:a="http://schemas.openxmlformats.org/drawingml/2006/main">
              <a:ext uri="{FF2B5EF4-FFF2-40B4-BE49-F238E27FC236}">
                <a16:creationId xmlns:a16="http://schemas.microsoft.com/office/drawing/2014/main" id="{11E970C4-D347-458C-B45B-EF67684D3FA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E46188-8361-49AB-A4EC-B032DA780BF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Remember Jesus Christ, risen from the dead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faith was delivered once for all to the saints</a:t>
            </a:r>
          </a:p>
        </p:txBody>
      </p:sp>
      <p:sp>
        <p:nvSpPr>
          <p:cNvPr id="5" name="">
            <a:extLst xmlns:a="http://schemas.openxmlformats.org/drawingml/2006/main">
              <a:ext uri="{FF2B5EF4-FFF2-40B4-BE49-F238E27FC236}">
                <a16:creationId xmlns:a16="http://schemas.microsoft.com/office/drawing/2014/main" id="{173BC05A-FCD7-40FA-9E54-C2ED52A84EB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788040074"/>
      </p:ext>
    </p:extLst>
  </p:cSld>
</p:sld>
</file>

<file path=ppt/slides/slide46.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2c6359bcc864df9"/>
          <a:srcRect xmlns:a="http://schemas.openxmlformats.org/drawingml/2006/main" l="24479" t="0" r="2447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3434F2-BF09-4D8A-8276-A3C59AD21051}"/>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The same message for the next generation</a:t>
            </a:r>
          </a:p>
        </p:txBody>
      </p:sp>
      <p:sp>
        <p:nvSpPr>
          <p:cNvPr id="3" name="">
            <a:extLst xmlns:a="http://schemas.openxmlformats.org/drawingml/2006/main">
              <a:ext uri="{FF2B5EF4-FFF2-40B4-BE49-F238E27FC236}">
                <a16:creationId xmlns:a16="http://schemas.microsoft.com/office/drawing/2014/main" id="{1FD86338-C716-4C98-BD16-9A1D4B832B3B}"/>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052A10-511D-45A3-AE4F-6E4FC2B07252}"/>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Remember Jesus Christ, risen from the dead</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faith was delivered once for all to the saints</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The promise to the nations now reaches our generation</a:t>
            </a:r>
          </a:p>
        </p:txBody>
      </p:sp>
      <p:sp>
        <p:nvSpPr>
          <p:cNvPr id="5" name="">
            <a:extLst xmlns:a="http://schemas.openxmlformats.org/drawingml/2006/main">
              <a:ext uri="{FF2B5EF4-FFF2-40B4-BE49-F238E27FC236}">
                <a16:creationId xmlns:a16="http://schemas.microsoft.com/office/drawing/2014/main" id="{39BD1DA9-0AB7-4FCD-8284-6E39B0196F0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16</a:t>
            </a:r>
          </a:p>
        </p:txBody>
      </p:sp>
    </p:spTree>
    <p:extLst>
      <p:ext uri="{BB962C8B-B14F-4D97-AF65-F5344CB8AC3E}">
        <p14:creationId xmlns:p14="http://schemas.microsoft.com/office/powerpoint/2010/main" val="1075222344"/>
      </p:ext>
    </p:extLst>
  </p:cSld>
</p:sld>
</file>

<file path=ppt/slides/slide47.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971d92cfc7e4653"/>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03533C-625B-4A00-9328-803D33532877}"/>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Every belief must answer to God’s Word</a:t>
            </a:r>
          </a:p>
        </p:txBody>
      </p:sp>
      <p:sp>
        <p:nvSpPr>
          <p:cNvPr id="3" name="">
            <a:extLst xmlns:a="http://schemas.openxmlformats.org/drawingml/2006/main">
              <a:ext uri="{FF2B5EF4-FFF2-40B4-BE49-F238E27FC236}">
                <a16:creationId xmlns:a16="http://schemas.microsoft.com/office/drawing/2014/main" id="{FD4E1169-FCBC-4302-81E1-7137ABE180AF}"/>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1337D2-A6D3-430A-864B-285E4685222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Length of belief does not establish truth</a:t>
            </a:r>
          </a:p>
        </p:txBody>
      </p:sp>
      <p:sp>
        <p:nvSpPr>
          <p:cNvPr id="5" name="">
            <a:extLst xmlns:a="http://schemas.openxmlformats.org/drawingml/2006/main">
              <a:ext uri="{FF2B5EF4-FFF2-40B4-BE49-F238E27FC236}">
                <a16:creationId xmlns:a16="http://schemas.microsoft.com/office/drawing/2014/main" id="{87812D02-1FB1-4727-9F23-AC98F4A1918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862697658"/>
      </p:ext>
    </p:extLst>
  </p:cSld>
</p:sld>
</file>

<file path=ppt/slides/slide48.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5bdc98715604f4d"/>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8B6A35-5B53-4BB3-AD8A-1F22E243688F}"/>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Every belief must answer to God’s Word</a:t>
            </a:r>
          </a:p>
        </p:txBody>
      </p:sp>
      <p:sp>
        <p:nvSpPr>
          <p:cNvPr id="3" name="">
            <a:extLst xmlns:a="http://schemas.openxmlformats.org/drawingml/2006/main">
              <a:ext uri="{FF2B5EF4-FFF2-40B4-BE49-F238E27FC236}">
                <a16:creationId xmlns:a16="http://schemas.microsoft.com/office/drawing/2014/main" id="{7A60B75A-FC76-4218-B65E-A623771426DA}"/>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35CAA1-97D0-4FD2-A5F1-D0AD570A2D1E}"/>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Length of belief does not establish truth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Respected teachers can still need correction</a:t>
            </a:r>
          </a:p>
        </p:txBody>
      </p:sp>
      <p:sp>
        <p:nvSpPr>
          <p:cNvPr id="5" name="">
            <a:extLst xmlns:a="http://schemas.openxmlformats.org/drawingml/2006/main">
              <a:ext uri="{FF2B5EF4-FFF2-40B4-BE49-F238E27FC236}">
                <a16:creationId xmlns:a16="http://schemas.microsoft.com/office/drawing/2014/main" id="{3620F24C-92AF-495F-86AD-E8E99D47428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1564098651"/>
      </p:ext>
    </p:extLst>
  </p:cSld>
</p:sld>
</file>

<file path=ppt/slides/slide49.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9a100e93a284029"/>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A0DA8F-2EDF-48F6-A277-0B4D94B889F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Every belief must answer to God’s Word</a:t>
            </a:r>
          </a:p>
        </p:txBody>
      </p:sp>
      <p:sp>
        <p:nvSpPr>
          <p:cNvPr id="3" name="">
            <a:extLst xmlns:a="http://schemas.openxmlformats.org/drawingml/2006/main">
              <a:ext uri="{FF2B5EF4-FFF2-40B4-BE49-F238E27FC236}">
                <a16:creationId xmlns:a16="http://schemas.microsoft.com/office/drawing/2014/main" id="{29A56969-9D0E-494B-9131-942302ACE8A6}"/>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95FBF1-A351-4160-A315-8252D7A9E7B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Length of belief does not establish truth</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Respected teachers can still need correction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Our feelings must also be examined</a:t>
            </a:r>
          </a:p>
        </p:txBody>
      </p:sp>
      <p:sp>
        <p:nvSpPr>
          <p:cNvPr id="5" name="">
            <a:extLst xmlns:a="http://schemas.openxmlformats.org/drawingml/2006/main">
              <a:ext uri="{FF2B5EF4-FFF2-40B4-BE49-F238E27FC236}">
                <a16:creationId xmlns:a16="http://schemas.microsoft.com/office/drawing/2014/main" id="{2B070FAA-C542-489C-A0CA-B7476211419B}"/>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17</a:t>
            </a:r>
          </a:p>
        </p:txBody>
      </p:sp>
    </p:spTree>
    <p:extLst>
      <p:ext uri="{BB962C8B-B14F-4D97-AF65-F5344CB8AC3E}">
        <p14:creationId xmlns:p14="http://schemas.microsoft.com/office/powerpoint/2010/main" val="61216475"/>
      </p:ext>
    </p:extLst>
  </p:cSld>
</p:sld>
</file>

<file path=ppt/slides/slide50.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b39df02e8414460"/>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FE9612-0677-4D78-A147-C22F8A944E26}"/>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2E869167-CFF6-47CF-9E9A-567BEDA904BC}"/>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79B451-D9E5-446F-9710-DCD5409D8059}"/>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p:txBody>
      </p:sp>
      <p:sp>
        <p:nvSpPr>
          <p:cNvPr id="5" name="">
            <a:extLst xmlns:a="http://schemas.openxmlformats.org/drawingml/2006/main">
              <a:ext uri="{FF2B5EF4-FFF2-40B4-BE49-F238E27FC236}">
                <a16:creationId xmlns:a16="http://schemas.microsoft.com/office/drawing/2014/main" id="{DAF5381D-18E1-408A-B6E0-AF9FEF8AAEF9}"/>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860871776"/>
      </p:ext>
    </p:extLst>
  </p:cSld>
</p:sld>
</file>

<file path=ppt/slides/slide51.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65a665ae13b4a36"/>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1B5B80-5EF7-446D-B3B7-E5F2D35F93BD}"/>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ADA53444-6A38-46F0-80B0-A52E106C0643}"/>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0F3B60-381F-485E-B501-C4D8BBB62D07}"/>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Welcome correction when Scripture requires change</a:t>
            </a:r>
          </a:p>
        </p:txBody>
      </p:sp>
      <p:sp>
        <p:nvSpPr>
          <p:cNvPr id="5" name="">
            <a:extLst xmlns:a="http://schemas.openxmlformats.org/drawingml/2006/main">
              <a:ext uri="{FF2B5EF4-FFF2-40B4-BE49-F238E27FC236}">
                <a16:creationId xmlns:a16="http://schemas.microsoft.com/office/drawing/2014/main" id="{880F5DFF-A1D1-4BB9-955A-A1361EA509B6}"/>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33961438"/>
      </p:ext>
    </p:extLst>
  </p:cSld>
</p:sld>
</file>

<file path=ppt/slides/slide52.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74da989a0714a17"/>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B4D556-8C42-40D5-B886-63E7C0F6D4AE}"/>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6683C0BC-8010-4BE6-AF54-EE4ADEE9F755}"/>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4DE7FD-55CD-4EFC-AB37-0C7E316AD535}"/>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Welcome correction when Scripture requires change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Trust the One who died for our sins and rose again</a:t>
            </a:r>
          </a:p>
        </p:txBody>
      </p:sp>
      <p:sp>
        <p:nvSpPr>
          <p:cNvPr id="5" name="">
            <a:extLst xmlns:a="http://schemas.openxmlformats.org/drawingml/2006/main">
              <a:ext uri="{FF2B5EF4-FFF2-40B4-BE49-F238E27FC236}">
                <a16:creationId xmlns:a16="http://schemas.microsoft.com/office/drawing/2014/main" id="{3F37389D-C8B1-47BA-A6FC-E444022B0112}"/>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2025692455"/>
      </p:ext>
    </p:extLst>
  </p:cSld>
</p:sld>
</file>

<file path=ppt/slides/slide53.xml><?xml version="1.0" encoding="utf-8"?>
<p:sld xmlns:p="http://schemas.openxmlformats.org/presentationml/2006/main">
  <p:cSld>
    <p:bg>
      <p:bgPr>
        <a:solidFill xmlns:a="http://schemas.openxmlformats.org/drawingml/2006/main">
          <a:srgbClr val="090A0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be0187b2e8548e0"/>
          <a:srcRect xmlns:a="http://schemas.openxmlformats.org/drawingml/2006/main" l="4630" t="0" r="4630"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4010E6-BA08-4B54-8AA2-3BC0550CCC2C}"/>
              </a:ext>
            </a:extLst>
          </p:cNvPr>
          <p:cNvSpPr>
            <a:spLocks xmlns:a="http://schemas.openxmlformats.org/drawingml/2006/main" noGrp="1"/>
          </p:cNvSpPr>
          <p:nvPr/>
        </p:nvSpPr>
        <p:spPr>
          <a:xfrm xmlns:a="http://schemas.openxmlformats.org/drawingml/2006/main">
            <a:off x="685800" y="476250"/>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5F0E8"/>
                </a:solidFill>
                <a:latin typeface="Helvetica Neue"/>
                <a:ea typeface="Helvetica Neue"/>
                <a:cs typeface="Helvetica Neue"/>
              </a:defRPr>
            </a:pPr>
            <a:r>
              <a:rPr sz="3900" b="1">
                <a:solidFill>
                  <a:srgbClr val="F5F0E8"/>
                </a:solidFill>
                <a:latin typeface="Helvetica Neue"/>
                <a:ea typeface="Helvetica Neue"/>
                <a:cs typeface="Helvetica Neue"/>
              </a:rPr>
              <a:t>Come to Christ for life</a:t>
            </a:r>
          </a:p>
        </p:txBody>
      </p:sp>
      <p:sp>
        <p:nvSpPr>
          <p:cNvPr id="3" name="">
            <a:extLst xmlns:a="http://schemas.openxmlformats.org/drawingml/2006/main">
              <a:ext uri="{FF2B5EF4-FFF2-40B4-BE49-F238E27FC236}">
                <a16:creationId xmlns:a16="http://schemas.microsoft.com/office/drawing/2014/main" id="{2D950191-AB05-4461-B1E7-D1166E1DF06D}"/>
              </a:ext>
            </a:extLst>
          </p:cNvPr>
          <p:cNvSpPr>
            <a:spLocks xmlns:a="http://schemas.openxmlformats.org/drawingml/2006/main" noGrp="1"/>
          </p:cNvSpPr>
          <p:nvPr/>
        </p:nvSpPr>
        <p:spPr>
          <a:xfrm xmlns:a="http://schemas.openxmlformats.org/drawingml/2006/main">
            <a:off x="685800" y="1657350"/>
            <a:ext cx="781050" cy="57150"/>
          </a:xfrm>
          <a:prstGeom xmlns:a="http://schemas.openxmlformats.org/drawingml/2006/main" prst="rect">
            <a:avLst/>
          </a:prstGeom>
          <a:solidFill xmlns:a="http://schemas.openxmlformats.org/drawingml/2006/main">
            <a:srgbClr val="D5A9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DA7F92-14C5-48D3-B04B-38174F4535C0}"/>
              </a:ext>
            </a:extLst>
          </p:cNvPr>
          <p:cNvSpPr>
            <a:spLocks xmlns:a="http://schemas.openxmlformats.org/drawingml/2006/main" noGrp="1"/>
          </p:cNvSpPr>
          <p:nvPr/>
        </p:nvSpPr>
        <p:spPr>
          <a:xfrm xmlns:a="http://schemas.openxmlformats.org/drawingml/2006/main">
            <a:off x="647700" y="2000250"/>
            <a:ext cx="6534150" cy="417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Read the passage in its context</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Welcome correction when Scripture requires change</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Trust the One who died for our sins and rose again</a:t>
            </a:r>
          </a:p>
          <a:p xmlns:a="http://schemas.openxmlformats.org/drawingml/2006/main">
            <a:pPr marL="279400" indent="-139700">
              <a:spcAft>
                <a:spcPts val="2000"/>
              </a:spcAft>
              <a:buChar cha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Take the water of life freely</a:t>
            </a:r>
          </a:p>
        </p:txBody>
      </p:sp>
      <p:sp>
        <p:nvSpPr>
          <p:cNvPr id="5" name="">
            <a:extLst xmlns:a="http://schemas.openxmlformats.org/drawingml/2006/main">
              <a:ext uri="{FF2B5EF4-FFF2-40B4-BE49-F238E27FC236}">
                <a16:creationId xmlns:a16="http://schemas.microsoft.com/office/drawing/2014/main" id="{68CC9B2E-A9B6-4F7E-B8AF-224AAAF6D33F}"/>
              </a:ext>
            </a:extLst>
          </p:cNvPr>
          <p:cNvSpPr>
            <a:spLocks xmlns:a="http://schemas.openxmlformats.org/drawingml/2006/main" noGrp="1"/>
          </p:cNvSpPr>
          <p:nvPr/>
        </p:nvSpPr>
        <p:spPr>
          <a:xfrm xmlns:a="http://schemas.openxmlformats.org/drawingml/2006/main">
            <a:off x="66675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D8D1C7"/>
                </a:solidFill>
                <a:latin typeface="Helvetica Neue"/>
                <a:ea typeface="Helvetica Neue"/>
                <a:cs typeface="Helvetica Neue"/>
              </a:defRPr>
            </a:pPr>
            <a:r>
              <a:rPr sz="1200">
                <a:solidFill>
                  <a:srgbClr val="D8D1C7"/>
                </a:solidFill>
                <a:latin typeface="Helvetica Neue"/>
                <a:ea typeface="Helvetica Neue"/>
                <a:cs typeface="Helvetica Neue"/>
              </a:rPr>
              <a:t>18</a:t>
            </a:r>
          </a:p>
        </p:txBody>
      </p:sp>
    </p:spTree>
    <p:extLst>
      <p:ext uri="{BB962C8B-B14F-4D97-AF65-F5344CB8AC3E}">
        <p14:creationId xmlns:p14="http://schemas.microsoft.com/office/powerpoint/2010/main" val="14217380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2026-10-06T13:56:31.4860000Z</dcterms:created>
  <dcterms:modified xsi:type="dcterms:W3CDTF">2026-10-06T13:56:31.4860000Z</dcterms:modified>
</coreProperties>
</file>